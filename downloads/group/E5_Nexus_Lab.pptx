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430" r:id="rId2"/>
    <p:sldId id="431" r:id="rId3"/>
  </p:sldIdLst>
  <p:sldSz cx="12192000" cy="6858000"/>
  <p:notesSz cx="6858000" cy="9144000"/>
  <p:embeddedFontLst>
    <p:embeddedFont>
      <p:font typeface="Microsoft YaHei" panose="020B0503020204020204" pitchFamily="34" charset="-122"/>
      <p:regular r:id="rId5"/>
      <p:bold r:id="rId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47" userDrawn="1">
          <p15:clr>
            <a:srgbClr val="A4A3A4"/>
          </p15:clr>
        </p15:guide>
        <p15:guide id="2" orient="horz" pos="2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DA2"/>
    <a:srgbClr val="E6E6E6"/>
    <a:srgbClr val="FFFFFF"/>
    <a:srgbClr val="595959"/>
    <a:srgbClr val="20314B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83AA53-E414-144D-AA79-D0942893A9DA}" v="9" dt="2025-12-16T07:43:45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33" autoAdjust="0"/>
    <p:restoredTop sz="87175"/>
  </p:normalViewPr>
  <p:slideViewPr>
    <p:cSldViewPr snapToGrid="0" showGuides="1">
      <p:cViewPr varScale="1">
        <p:scale>
          <a:sx n="172" d="100"/>
          <a:sy n="172" d="100"/>
        </p:scale>
        <p:origin x="768" y="200"/>
      </p:cViewPr>
      <p:guideLst>
        <p:guide pos="347"/>
        <p:guide orient="horz" pos="21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microsoft.com/office/2016/11/relationships/changesInfo" Target="changesInfos/changesInfo1.xml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 Yao" userId="0f76fc2f-86db-4f00-832a-b92dc6cb86c5" providerId="ADAL" clId="{3542449D-0F28-5F63-A95F-E350D95EFEF5}"/>
    <pc:docChg chg="undo custSel addSld delSld modSld modMainMaster">
      <pc:chgData name="Fei Yao" userId="0f76fc2f-86db-4f00-832a-b92dc6cb86c5" providerId="ADAL" clId="{3542449D-0F28-5F63-A95F-E350D95EFEF5}" dt="2025-12-16T07:44:13.349" v="563" actId="2696"/>
      <pc:docMkLst>
        <pc:docMk/>
      </pc:docMkLst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0" sldId="259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0" sldId="268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3147607982" sldId="285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356939468" sldId="292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1774656866" sldId="293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0" sldId="409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3175234639" sldId="411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3626202303" sldId="413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822706278" sldId="414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970734624" sldId="415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71704892" sldId="416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3490237615" sldId="417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1303659466" sldId="418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2329302681" sldId="419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850549557" sldId="420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850208948" sldId="421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1278685559" sldId="422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1198258740" sldId="424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3199792425" sldId="427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3991460594" sldId="428"/>
        </pc:sldMkLst>
      </pc:sldChg>
      <pc:sldChg chg="del">
        <pc:chgData name="Fei Yao" userId="0f76fc2f-86db-4f00-832a-b92dc6cb86c5" providerId="ADAL" clId="{3542449D-0F28-5F63-A95F-E350D95EFEF5}" dt="2025-12-16T03:45:28.094" v="0" actId="2696"/>
        <pc:sldMkLst>
          <pc:docMk/>
          <pc:sldMk cId="1461471660" sldId="429"/>
        </pc:sldMkLst>
      </pc:sldChg>
      <pc:sldChg chg="modNotesTx">
        <pc:chgData name="Fei Yao" userId="0f76fc2f-86db-4f00-832a-b92dc6cb86c5" providerId="ADAL" clId="{3542449D-0F28-5F63-A95F-E350D95EFEF5}" dt="2025-12-16T03:50:57.714" v="12" actId="20577"/>
        <pc:sldMkLst>
          <pc:docMk/>
          <pc:sldMk cId="2169386778" sldId="430"/>
        </pc:sldMkLst>
      </pc:sldChg>
      <pc:sldChg chg="addSp delSp modSp new mod">
        <pc:chgData name="Fei Yao" userId="0f76fc2f-86db-4f00-832a-b92dc6cb86c5" providerId="ADAL" clId="{3542449D-0F28-5F63-A95F-E350D95EFEF5}" dt="2025-12-16T06:46:04.287" v="558" actId="20577"/>
        <pc:sldMkLst>
          <pc:docMk/>
          <pc:sldMk cId="174098962" sldId="431"/>
        </pc:sldMkLst>
        <pc:spChg chg="add del mod">
          <ac:chgData name="Fei Yao" userId="0f76fc2f-86db-4f00-832a-b92dc6cb86c5" providerId="ADAL" clId="{3542449D-0F28-5F63-A95F-E350D95EFEF5}" dt="2025-12-16T04:06:49.509" v="390" actId="478"/>
          <ac:spMkLst>
            <pc:docMk/>
            <pc:sldMk cId="174098962" sldId="431"/>
            <ac:spMk id="2" creationId="{190CE437-4151-6F14-DF51-78E107DC7736}"/>
          </ac:spMkLst>
        </pc:spChg>
        <pc:spChg chg="add del mod">
          <ac:chgData name="Fei Yao" userId="0f76fc2f-86db-4f00-832a-b92dc6cb86c5" providerId="ADAL" clId="{3542449D-0F28-5F63-A95F-E350D95EFEF5}" dt="2025-12-16T04:03:32.023" v="242" actId="478"/>
          <ac:spMkLst>
            <pc:docMk/>
            <pc:sldMk cId="174098962" sldId="431"/>
            <ac:spMk id="3" creationId="{AC4E4D29-0FF7-68BD-2892-D77C285954E3}"/>
          </ac:spMkLst>
        </pc:spChg>
        <pc:spChg chg="add mod">
          <ac:chgData name="Fei Yao" userId="0f76fc2f-86db-4f00-832a-b92dc6cb86c5" providerId="ADAL" clId="{3542449D-0F28-5F63-A95F-E350D95EFEF5}" dt="2025-12-16T04:12:10.640" v="442" actId="1076"/>
          <ac:spMkLst>
            <pc:docMk/>
            <pc:sldMk cId="174098962" sldId="431"/>
            <ac:spMk id="4" creationId="{432668D4-1134-EC97-CFE6-423B771D47B8}"/>
          </ac:spMkLst>
        </pc:spChg>
        <pc:spChg chg="add del mod">
          <ac:chgData name="Fei Yao" userId="0f76fc2f-86db-4f00-832a-b92dc6cb86c5" providerId="ADAL" clId="{3542449D-0F28-5F63-A95F-E350D95EFEF5}" dt="2025-12-16T04:02:08.505" v="183" actId="478"/>
          <ac:spMkLst>
            <pc:docMk/>
            <pc:sldMk cId="174098962" sldId="431"/>
            <ac:spMk id="5" creationId="{04921A5B-3BB6-3984-BF09-9A4969DCA0D6}"/>
          </ac:spMkLst>
        </pc:spChg>
        <pc:spChg chg="add mod">
          <ac:chgData name="Fei Yao" userId="0f76fc2f-86db-4f00-832a-b92dc6cb86c5" providerId="ADAL" clId="{3542449D-0F28-5F63-A95F-E350D95EFEF5}" dt="2025-12-16T04:12:00.049" v="439" actId="1076"/>
          <ac:spMkLst>
            <pc:docMk/>
            <pc:sldMk cId="174098962" sldId="431"/>
            <ac:spMk id="6" creationId="{F8559455-AED0-09D6-92E8-B49C7099A1A2}"/>
          </ac:spMkLst>
        </pc:spChg>
        <pc:spChg chg="add mod">
          <ac:chgData name="Fei Yao" userId="0f76fc2f-86db-4f00-832a-b92dc6cb86c5" providerId="ADAL" clId="{3542449D-0F28-5F63-A95F-E350D95EFEF5}" dt="2025-12-16T04:11:28.665" v="432" actId="1076"/>
          <ac:spMkLst>
            <pc:docMk/>
            <pc:sldMk cId="174098962" sldId="431"/>
            <ac:spMk id="7" creationId="{10271755-50B1-B3C1-66E1-D3C7D6278607}"/>
          </ac:spMkLst>
        </pc:spChg>
        <pc:spChg chg="add mod">
          <ac:chgData name="Fei Yao" userId="0f76fc2f-86db-4f00-832a-b92dc6cb86c5" providerId="ADAL" clId="{3542449D-0F28-5F63-A95F-E350D95EFEF5}" dt="2025-12-16T04:16:45.995" v="516" actId="113"/>
          <ac:spMkLst>
            <pc:docMk/>
            <pc:sldMk cId="174098962" sldId="431"/>
            <ac:spMk id="8" creationId="{CE6A1A11-CF39-04EE-E789-F8CA9FBE6B05}"/>
          </ac:spMkLst>
        </pc:spChg>
        <pc:spChg chg="add mod">
          <ac:chgData name="Fei Yao" userId="0f76fc2f-86db-4f00-832a-b92dc6cb86c5" providerId="ADAL" clId="{3542449D-0F28-5F63-A95F-E350D95EFEF5}" dt="2025-12-16T06:46:04.287" v="558" actId="20577"/>
          <ac:spMkLst>
            <pc:docMk/>
            <pc:sldMk cId="174098962" sldId="431"/>
            <ac:spMk id="9" creationId="{0796CB82-71D0-6131-FFC5-B3C3B04AFB4D}"/>
          </ac:spMkLst>
        </pc:spChg>
      </pc:sldChg>
      <pc:sldChg chg="addSp modSp new del mod">
        <pc:chgData name="Fei Yao" userId="0f76fc2f-86db-4f00-832a-b92dc6cb86c5" providerId="ADAL" clId="{3542449D-0F28-5F63-A95F-E350D95EFEF5}" dt="2025-12-16T07:44:13.349" v="563" actId="2696"/>
        <pc:sldMkLst>
          <pc:docMk/>
          <pc:sldMk cId="133914886" sldId="432"/>
        </pc:sldMkLst>
        <pc:picChg chg="add mod">
          <ac:chgData name="Fei Yao" userId="0f76fc2f-86db-4f00-832a-b92dc6cb86c5" providerId="ADAL" clId="{3542449D-0F28-5F63-A95F-E350D95EFEF5}" dt="2025-12-16T07:44:02.262" v="562" actId="14100"/>
          <ac:picMkLst>
            <pc:docMk/>
            <pc:sldMk cId="133914886" sldId="432"/>
            <ac:picMk id="3" creationId="{006FD949-ADF2-BB84-5A3B-110EB15C2C6C}"/>
          </ac:picMkLst>
        </pc:picChg>
      </pc:sldChg>
      <pc:sldMasterChg chg="delSp mod delSldLayout">
        <pc:chgData name="Fei Yao" userId="0f76fc2f-86db-4f00-832a-b92dc6cb86c5" providerId="ADAL" clId="{3542449D-0F28-5F63-A95F-E350D95EFEF5}" dt="2025-12-16T03:51:24.379" v="14" actId="478"/>
        <pc:sldMasterMkLst>
          <pc:docMk/>
          <pc:sldMasterMk cId="0" sldId="2147483648"/>
        </pc:sldMasterMkLst>
        <pc:spChg chg="del">
          <ac:chgData name="Fei Yao" userId="0f76fc2f-86db-4f00-832a-b92dc6cb86c5" providerId="ADAL" clId="{3542449D-0F28-5F63-A95F-E350D95EFEF5}" dt="2025-12-16T03:51:22.950" v="13" actId="478"/>
          <ac:spMkLst>
            <pc:docMk/>
            <pc:sldMasterMk cId="0" sldId="2147483648"/>
            <ac:spMk id="7" creationId="{00000000-0000-0000-0000-000000000000}"/>
          </ac:spMkLst>
        </pc:spChg>
        <pc:spChg chg="del">
          <ac:chgData name="Fei Yao" userId="0f76fc2f-86db-4f00-832a-b92dc6cb86c5" providerId="ADAL" clId="{3542449D-0F28-5F63-A95F-E350D95EFEF5}" dt="2025-12-16T03:51:24.379" v="14" actId="478"/>
          <ac:spMkLst>
            <pc:docMk/>
            <pc:sldMasterMk cId="0" sldId="2147483648"/>
            <ac:spMk id="8" creationId="{00000000-0000-0000-0000-000000000000}"/>
          </ac:spMkLst>
        </pc:spChg>
        <pc:sldLayoutChg chg="del">
          <pc:chgData name="Fei Yao" userId="0f76fc2f-86db-4f00-832a-b92dc6cb86c5" providerId="ADAL" clId="{3542449D-0F28-5F63-A95F-E350D95EFEF5}" dt="2025-12-16T03:45:28.094" v="0" actId="2696"/>
          <pc:sldLayoutMkLst>
            <pc:docMk/>
            <pc:sldMasterMk cId="0" sldId="2147483648"/>
            <pc:sldLayoutMk cId="725567699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B3D3D-D138-E140-AF13-0650BFE246D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5D0AD-8055-E047-A2EF-075627C27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63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226FA-BC83-4485-D22A-46AA31B5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4E440-EFD4-A323-7FDE-92E4CB46F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46B7E-EC8A-F2FF-F831-8D946E93D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EEE7F-ABF4-FDDF-E05D-FF94BCB6F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C5D0AD-8055-E047-A2EF-075627C27B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93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1DE7F-9251-5A61-158E-7ED8AB7F9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lobe with arrows&#10;&#10;AI-generated content may be incorrect.">
            <a:extLst>
              <a:ext uri="{FF2B5EF4-FFF2-40B4-BE49-F238E27FC236}">
                <a16:creationId xmlns:a16="http://schemas.microsoft.com/office/drawing/2014/main" id="{46366E29-49E9-4F8E-5827-F18B226CEC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8" y="910240"/>
            <a:ext cx="7772400" cy="582436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5DEF1AC-0773-1D03-12D8-DE66FE9CBC1A}"/>
              </a:ext>
            </a:extLst>
          </p:cNvPr>
          <p:cNvGrpSpPr/>
          <p:nvPr/>
        </p:nvGrpSpPr>
        <p:grpSpPr>
          <a:xfrm>
            <a:off x="7155676" y="537570"/>
            <a:ext cx="4594016" cy="6174854"/>
            <a:chOff x="7338356" y="537570"/>
            <a:chExt cx="4594016" cy="6174854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7EB0577-6E2C-4A55-307A-B3EF550D1387}"/>
                </a:ext>
              </a:extLst>
            </p:cNvPr>
            <p:cNvSpPr/>
            <p:nvPr/>
          </p:nvSpPr>
          <p:spPr>
            <a:xfrm rot="675632">
              <a:off x="9424925" y="1228501"/>
              <a:ext cx="118545" cy="5483923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7400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E6365B0-ACD0-2E40-199A-8F123AC80C5C}"/>
                </a:ext>
              </a:extLst>
            </p:cNvPr>
            <p:cNvSpPr/>
            <p:nvPr/>
          </p:nvSpPr>
          <p:spPr>
            <a:xfrm rot="10102254">
              <a:off x="8390382" y="1675018"/>
              <a:ext cx="107968" cy="4994628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7400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2" descr="Orbiting Carbon Observatory 2 - Earth Missions - NASA Jet Propulsion  Laboratory">
              <a:extLst>
                <a:ext uri="{FF2B5EF4-FFF2-40B4-BE49-F238E27FC236}">
                  <a16:creationId xmlns:a16="http://schemas.microsoft.com/office/drawing/2014/main" id="{D474AE53-F7BC-B091-86EB-FD4366CC9E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283114" y="537570"/>
              <a:ext cx="2649258" cy="11010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yellow sun with rays of light&#10;&#10;AI-generated content may be incorrect.">
              <a:extLst>
                <a:ext uri="{FF2B5EF4-FFF2-40B4-BE49-F238E27FC236}">
                  <a16:creationId xmlns:a16="http://schemas.microsoft.com/office/drawing/2014/main" id="{8CEC259D-CBA1-5B5A-30AD-B55206C87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8356" y="1168937"/>
              <a:ext cx="1161305" cy="1161305"/>
            </a:xfrm>
            <a:prstGeom prst="rect">
              <a:avLst/>
            </a:prstGeom>
          </p:spPr>
        </p:pic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8C17181D-7158-2A5F-4E3A-8E2E32D6B4EA}"/>
                </a:ext>
              </a:extLst>
            </p:cNvPr>
            <p:cNvGrpSpPr/>
            <p:nvPr/>
          </p:nvGrpSpPr>
          <p:grpSpPr>
            <a:xfrm>
              <a:off x="8018820" y="2816224"/>
              <a:ext cx="1854930" cy="3888112"/>
              <a:chOff x="2311842" y="2817706"/>
              <a:chExt cx="1854930" cy="3888112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DCB2018-8D77-284A-DB16-BB8DE5CC49E4}"/>
                  </a:ext>
                </a:extLst>
              </p:cNvPr>
              <p:cNvSpPr/>
              <p:nvPr/>
            </p:nvSpPr>
            <p:spPr>
              <a:xfrm>
                <a:off x="2367491" y="2817706"/>
                <a:ext cx="1735949" cy="3820568"/>
              </a:xfrm>
              <a:prstGeom prst="rect">
                <a:avLst/>
              </a:prstGeom>
              <a:noFill/>
              <a:ln w="12700">
                <a:solidFill>
                  <a:srgbClr val="024DA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A43047C1-0144-619F-F1CB-699F9D7635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9671" t="28749" r="9671" b="28749"/>
              <a:stretch/>
            </p:blipFill>
            <p:spPr>
              <a:xfrm>
                <a:off x="2311842" y="5728374"/>
                <a:ext cx="1854930" cy="977444"/>
              </a:xfrm>
              <a:prstGeom prst="rect">
                <a:avLst/>
              </a:prstGeom>
            </p:spPr>
          </p:pic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823BF4A9-181A-C044-EA43-82DD6BEB2375}"/>
                  </a:ext>
                </a:extLst>
              </p:cNvPr>
              <p:cNvSpPr/>
              <p:nvPr/>
            </p:nvSpPr>
            <p:spPr>
              <a:xfrm>
                <a:off x="2668693" y="3224107"/>
                <a:ext cx="155786" cy="15578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FE55DE7A-3F18-0B57-15B4-D8416C8E346A}"/>
                  </a:ext>
                </a:extLst>
              </p:cNvPr>
              <p:cNvSpPr/>
              <p:nvPr/>
            </p:nvSpPr>
            <p:spPr>
              <a:xfrm flipV="1">
                <a:off x="2711873" y="3641522"/>
                <a:ext cx="69426" cy="6942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0570C7B5-AA90-A8B9-C1BD-F712AACBF95F}"/>
                  </a:ext>
                </a:extLst>
              </p:cNvPr>
              <p:cNvSpPr/>
              <p:nvPr/>
            </p:nvSpPr>
            <p:spPr>
              <a:xfrm>
                <a:off x="3146947" y="3630055"/>
                <a:ext cx="92360" cy="9236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15ED3FF-672D-394F-F612-933E021430EE}"/>
                  </a:ext>
                </a:extLst>
              </p:cNvPr>
              <p:cNvSpPr/>
              <p:nvPr/>
            </p:nvSpPr>
            <p:spPr>
              <a:xfrm>
                <a:off x="2881102" y="4577468"/>
                <a:ext cx="138764" cy="138764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F4F1516C-C617-4616-3BFB-D4AF6ACEBE2B}"/>
                  </a:ext>
                </a:extLst>
              </p:cNvPr>
              <p:cNvSpPr/>
              <p:nvPr/>
            </p:nvSpPr>
            <p:spPr>
              <a:xfrm>
                <a:off x="2647320" y="4600251"/>
                <a:ext cx="93198" cy="9319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E2B21A0-E327-026E-5D9F-573B2E1CA771}"/>
                  </a:ext>
                </a:extLst>
              </p:cNvPr>
              <p:cNvSpPr/>
              <p:nvPr/>
            </p:nvSpPr>
            <p:spPr>
              <a:xfrm>
                <a:off x="3520869" y="4985424"/>
                <a:ext cx="104174" cy="104174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CD4DE50A-217F-4B88-55C4-8EF5B7EC5D6C}"/>
                  </a:ext>
                </a:extLst>
              </p:cNvPr>
              <p:cNvSpPr/>
              <p:nvPr/>
            </p:nvSpPr>
            <p:spPr>
              <a:xfrm flipH="1">
                <a:off x="3542568" y="4772248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CFAB982E-9421-58BD-6F70-C1D9841B036A}"/>
                  </a:ext>
                </a:extLst>
              </p:cNvPr>
              <p:cNvSpPr/>
              <p:nvPr/>
            </p:nvSpPr>
            <p:spPr>
              <a:xfrm flipH="1">
                <a:off x="3694968" y="4924648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4EBF3F5F-C919-6903-7FD7-763A2409388D}"/>
                  </a:ext>
                </a:extLst>
              </p:cNvPr>
              <p:cNvSpPr/>
              <p:nvPr/>
            </p:nvSpPr>
            <p:spPr>
              <a:xfrm flipH="1">
                <a:off x="3694968" y="4478699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8603043-CC50-70A3-2D4C-976CBC253199}"/>
                  </a:ext>
                </a:extLst>
              </p:cNvPr>
              <p:cNvSpPr/>
              <p:nvPr/>
            </p:nvSpPr>
            <p:spPr>
              <a:xfrm flipH="1">
                <a:off x="3694968" y="4160984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7855D94D-25E8-97CC-C588-81F2AE89E217}"/>
                  </a:ext>
                </a:extLst>
              </p:cNvPr>
              <p:cNvSpPr/>
              <p:nvPr/>
            </p:nvSpPr>
            <p:spPr>
              <a:xfrm flipH="1">
                <a:off x="3503263" y="4160984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5B1D110F-6944-1775-07E2-C3DFBDA5CA16}"/>
                  </a:ext>
                </a:extLst>
              </p:cNvPr>
              <p:cNvSpPr/>
              <p:nvPr/>
            </p:nvSpPr>
            <p:spPr>
              <a:xfrm flipH="1">
                <a:off x="3135435" y="4160984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0DA31238-545D-D521-3D71-92C6DCA6F5C6}"/>
                  </a:ext>
                </a:extLst>
              </p:cNvPr>
              <p:cNvSpPr/>
              <p:nvPr/>
            </p:nvSpPr>
            <p:spPr>
              <a:xfrm flipH="1">
                <a:off x="2994775" y="4160984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09DF6F5-B486-ECFC-EFAA-79AD68FE03DC}"/>
                  </a:ext>
                </a:extLst>
              </p:cNvPr>
              <p:cNvSpPr/>
              <p:nvPr/>
            </p:nvSpPr>
            <p:spPr>
              <a:xfrm flipH="1">
                <a:off x="2994775" y="4010885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3F0DB0DC-EB4E-B49F-4487-0B07621FA539}"/>
                  </a:ext>
                </a:extLst>
              </p:cNvPr>
              <p:cNvSpPr/>
              <p:nvPr/>
            </p:nvSpPr>
            <p:spPr>
              <a:xfrm flipH="1">
                <a:off x="2994775" y="4894260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DA6673A0-A32C-EFF6-1EB2-A497E12BD4B5}"/>
                  </a:ext>
                </a:extLst>
              </p:cNvPr>
              <p:cNvSpPr/>
              <p:nvPr/>
            </p:nvSpPr>
            <p:spPr>
              <a:xfrm flipH="1">
                <a:off x="3207235" y="4894260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C77072BF-639C-CBBA-BDE8-A6446A71E6E6}"/>
                  </a:ext>
                </a:extLst>
              </p:cNvPr>
              <p:cNvSpPr/>
              <p:nvPr/>
            </p:nvSpPr>
            <p:spPr>
              <a:xfrm flipH="1">
                <a:off x="3207235" y="4572355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FBE43E9D-F67A-9A41-0331-F6081A978778}"/>
                  </a:ext>
                </a:extLst>
              </p:cNvPr>
              <p:cNvSpPr/>
              <p:nvPr/>
            </p:nvSpPr>
            <p:spPr>
              <a:xfrm flipH="1">
                <a:off x="3207235" y="3817425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6C97D65D-7016-8707-47CA-775DACB7FE54}"/>
                  </a:ext>
                </a:extLst>
              </p:cNvPr>
              <p:cNvSpPr/>
              <p:nvPr/>
            </p:nvSpPr>
            <p:spPr>
              <a:xfrm flipH="1">
                <a:off x="2949710" y="3817425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95CD7DA1-AD6F-9E81-B137-5236A14B3164}"/>
                  </a:ext>
                </a:extLst>
              </p:cNvPr>
              <p:cNvSpPr/>
              <p:nvPr/>
            </p:nvSpPr>
            <p:spPr>
              <a:xfrm flipH="1">
                <a:off x="2949710" y="3583471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BAE4DC4F-C9CE-A41A-5F8A-F2B049355520}"/>
                  </a:ext>
                </a:extLst>
              </p:cNvPr>
              <p:cNvSpPr/>
              <p:nvPr/>
            </p:nvSpPr>
            <p:spPr>
              <a:xfrm flipH="1">
                <a:off x="2820045" y="3583471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AEDB7A34-F8F3-751D-1E9C-87203EC733D4}"/>
                  </a:ext>
                </a:extLst>
              </p:cNvPr>
              <p:cNvSpPr/>
              <p:nvPr/>
            </p:nvSpPr>
            <p:spPr>
              <a:xfrm flipH="1">
                <a:off x="2820045" y="3386952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D213A337-7A36-A01A-6BA4-0F7CB03DFF59}"/>
                  </a:ext>
                </a:extLst>
              </p:cNvPr>
              <p:cNvSpPr/>
              <p:nvPr/>
            </p:nvSpPr>
            <p:spPr>
              <a:xfrm flipH="1">
                <a:off x="2908226" y="3386952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233C5FAD-225F-EE14-B056-7A8592F90E28}"/>
                  </a:ext>
                </a:extLst>
              </p:cNvPr>
              <p:cNvSpPr/>
              <p:nvPr/>
            </p:nvSpPr>
            <p:spPr>
              <a:xfrm flipH="1">
                <a:off x="3788504" y="3386952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4102A790-AAF8-FE09-2D21-B037013CB52A}"/>
                  </a:ext>
                </a:extLst>
              </p:cNvPr>
              <p:cNvSpPr/>
              <p:nvPr/>
            </p:nvSpPr>
            <p:spPr>
              <a:xfrm flipH="1">
                <a:off x="3788504" y="3484110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4AF7F1DD-B318-DF55-D282-BD70AC00B23E}"/>
                  </a:ext>
                </a:extLst>
              </p:cNvPr>
              <p:cNvSpPr/>
              <p:nvPr/>
            </p:nvSpPr>
            <p:spPr>
              <a:xfrm flipH="1">
                <a:off x="3788504" y="3763128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EA4E1B9F-5F6E-5715-1DE3-2DD957F5F2EB}"/>
                  </a:ext>
                </a:extLst>
              </p:cNvPr>
              <p:cNvSpPr/>
              <p:nvPr/>
            </p:nvSpPr>
            <p:spPr>
              <a:xfrm flipH="1">
                <a:off x="3788504" y="4539475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A9AF9F3B-BE23-9209-2131-D72FC1A4A5AA}"/>
                  </a:ext>
                </a:extLst>
              </p:cNvPr>
              <p:cNvSpPr/>
              <p:nvPr/>
            </p:nvSpPr>
            <p:spPr>
              <a:xfrm flipH="1">
                <a:off x="2874834" y="5434825"/>
                <a:ext cx="60776" cy="6077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DA474BD7-1672-6A3A-683A-98EA775703B6}"/>
                  </a:ext>
                </a:extLst>
              </p:cNvPr>
              <p:cNvSpPr/>
              <p:nvPr/>
            </p:nvSpPr>
            <p:spPr>
              <a:xfrm flipH="1">
                <a:off x="3691346" y="5434825"/>
                <a:ext cx="55502" cy="6457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BFB60B5-8F44-D58F-263D-3B53311174A4}"/>
                  </a:ext>
                </a:extLst>
              </p:cNvPr>
              <p:cNvSpPr/>
              <p:nvPr/>
            </p:nvSpPr>
            <p:spPr>
              <a:xfrm flipH="1">
                <a:off x="3466881" y="5434825"/>
                <a:ext cx="55502" cy="6457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95" name="Picture 94" descr="A solar panel on a stand&#10;&#10;AI-generated content may be incorrect.">
                <a:extLst>
                  <a:ext uri="{FF2B5EF4-FFF2-40B4-BE49-F238E27FC236}">
                    <a16:creationId xmlns:a16="http://schemas.microsoft.com/office/drawing/2014/main" id="{F03F88F2-132E-8FD1-8F2E-6ED8C9FB4A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72341" y="5960497"/>
                <a:ext cx="670251" cy="670251"/>
              </a:xfrm>
              <a:prstGeom prst="rect">
                <a:avLst/>
              </a:prstGeom>
            </p:spPr>
          </p:pic>
        </p:grpSp>
        <p:sp>
          <p:nvSpPr>
            <p:cNvPr id="113" name="矩形 44">
              <a:extLst>
                <a:ext uri="{FF2B5EF4-FFF2-40B4-BE49-F238E27FC236}">
                  <a16:creationId xmlns:a16="http://schemas.microsoft.com/office/drawing/2014/main" id="{97E5415B-623B-5532-0F6F-9281CDCFCECB}"/>
                </a:ext>
              </a:extLst>
            </p:cNvPr>
            <p:cNvSpPr/>
            <p:nvPr/>
          </p:nvSpPr>
          <p:spPr>
            <a:xfrm>
              <a:off x="8066126" y="2230441"/>
              <a:ext cx="1735949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</a:rPr>
                <a:t>Atmospheric Column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B4A3EC5-C2B2-6CF4-0904-7792A9C1F406}"/>
              </a:ext>
            </a:extLst>
          </p:cNvPr>
          <p:cNvGrpSpPr/>
          <p:nvPr/>
        </p:nvGrpSpPr>
        <p:grpSpPr>
          <a:xfrm>
            <a:off x="9900672" y="2237112"/>
            <a:ext cx="1990601" cy="809773"/>
            <a:chOff x="10063142" y="2337134"/>
            <a:chExt cx="1990601" cy="809773"/>
          </a:xfrm>
        </p:grpSpPr>
        <p:sp>
          <p:nvSpPr>
            <p:cNvPr id="26" name="矩形 22">
              <a:extLst>
                <a:ext uri="{FF2B5EF4-FFF2-40B4-BE49-F238E27FC236}">
                  <a16:creationId xmlns:a16="http://schemas.microsoft.com/office/drawing/2014/main" id="{EF922312-9214-FA0D-82D6-828E9A8F243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208683" y="2418856"/>
              <a:ext cx="1699520" cy="64633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24DA2"/>
                  </a:solidFill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rPr>
                <a:t>Earth</a:t>
              </a:r>
            </a:p>
            <a:p>
              <a:pPr algn="ctr"/>
              <a:r>
                <a:rPr lang="en-US" altLang="zh-CN" b="1" dirty="0">
                  <a:solidFill>
                    <a:srgbClr val="024DA2"/>
                  </a:solidFill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rPr>
                <a:t>Observation</a:t>
              </a:r>
              <a:endParaRPr lang="zh-CN" altLang="en-US" b="1" dirty="0">
                <a:solidFill>
                  <a:srgbClr val="024DA2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9908C25F-CB32-8EE0-6BBF-39A366C66D79}"/>
                </a:ext>
              </a:extLst>
            </p:cNvPr>
            <p:cNvSpPr/>
            <p:nvPr/>
          </p:nvSpPr>
          <p:spPr>
            <a:xfrm>
              <a:off x="10063142" y="2337134"/>
              <a:ext cx="1990601" cy="809773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rgbClr val="024DA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9B5DBDE-50F4-5594-AF92-D9DB9FA8BEF0}"/>
              </a:ext>
            </a:extLst>
          </p:cNvPr>
          <p:cNvGrpSpPr/>
          <p:nvPr/>
        </p:nvGrpSpPr>
        <p:grpSpPr>
          <a:xfrm>
            <a:off x="9900672" y="3400372"/>
            <a:ext cx="1990601" cy="809773"/>
            <a:chOff x="10063142" y="2337134"/>
            <a:chExt cx="1990601" cy="809773"/>
          </a:xfrm>
        </p:grpSpPr>
        <p:sp>
          <p:nvSpPr>
            <p:cNvPr id="10" name="矩形 22">
              <a:extLst>
                <a:ext uri="{FF2B5EF4-FFF2-40B4-BE49-F238E27FC236}">
                  <a16:creationId xmlns:a16="http://schemas.microsoft.com/office/drawing/2014/main" id="{F5C2E390-90AD-2209-36D2-E892BD09085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208683" y="2418856"/>
              <a:ext cx="1699520" cy="64633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24DA2"/>
                  </a:solidFill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rPr>
                <a:t>Process</a:t>
              </a:r>
            </a:p>
            <a:p>
              <a:pPr algn="ctr"/>
              <a:r>
                <a:rPr lang="en-US" altLang="zh-CN" b="1" dirty="0">
                  <a:solidFill>
                    <a:srgbClr val="024DA2"/>
                  </a:solidFill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rPr>
                <a:t>Modelling</a:t>
              </a:r>
              <a:endParaRPr lang="zh-CN" altLang="en-US" b="1" dirty="0">
                <a:solidFill>
                  <a:srgbClr val="024DA2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C3E23823-8EBF-BEEE-F8A4-54A87D064070}"/>
                </a:ext>
              </a:extLst>
            </p:cNvPr>
            <p:cNvSpPr/>
            <p:nvPr/>
          </p:nvSpPr>
          <p:spPr>
            <a:xfrm>
              <a:off x="10063142" y="2337134"/>
              <a:ext cx="1990601" cy="809773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rgbClr val="024DA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AE1DD4-7B15-1EE3-480D-CD70212A9903}"/>
              </a:ext>
            </a:extLst>
          </p:cNvPr>
          <p:cNvGrpSpPr/>
          <p:nvPr/>
        </p:nvGrpSpPr>
        <p:grpSpPr>
          <a:xfrm>
            <a:off x="9900672" y="4563632"/>
            <a:ext cx="1990601" cy="809773"/>
            <a:chOff x="10063142" y="2337134"/>
            <a:chExt cx="1990601" cy="809773"/>
          </a:xfrm>
        </p:grpSpPr>
        <p:sp>
          <p:nvSpPr>
            <p:cNvPr id="15" name="矩形 22">
              <a:extLst>
                <a:ext uri="{FF2B5EF4-FFF2-40B4-BE49-F238E27FC236}">
                  <a16:creationId xmlns:a16="http://schemas.microsoft.com/office/drawing/2014/main" id="{B6AAB609-A292-CD18-CA0A-D06CB8DF816E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208683" y="2418856"/>
              <a:ext cx="1699520" cy="64633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24DA2"/>
                  </a:solidFill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rPr>
                <a:t>Data</a:t>
              </a:r>
            </a:p>
            <a:p>
              <a:pPr algn="ctr"/>
              <a:r>
                <a:rPr lang="en-US" altLang="zh-CN" b="1" dirty="0">
                  <a:solidFill>
                    <a:srgbClr val="024DA2"/>
                  </a:solidFill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rPr>
                <a:t>Assimilation</a:t>
              </a:r>
              <a:endParaRPr lang="zh-CN" altLang="en-US" b="1" dirty="0">
                <a:solidFill>
                  <a:srgbClr val="024DA2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A7025D82-F034-793F-66B7-255E5A5CAB05}"/>
                </a:ext>
              </a:extLst>
            </p:cNvPr>
            <p:cNvSpPr/>
            <p:nvPr/>
          </p:nvSpPr>
          <p:spPr>
            <a:xfrm>
              <a:off x="10063142" y="2337134"/>
              <a:ext cx="1990601" cy="809773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rgbClr val="024DA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89DC013-6467-D60B-7903-670186ADD6C1}"/>
              </a:ext>
            </a:extLst>
          </p:cNvPr>
          <p:cNvGrpSpPr/>
          <p:nvPr/>
        </p:nvGrpSpPr>
        <p:grpSpPr>
          <a:xfrm>
            <a:off x="9900672" y="5726892"/>
            <a:ext cx="1990601" cy="809773"/>
            <a:chOff x="10063142" y="2337134"/>
            <a:chExt cx="1990601" cy="809773"/>
          </a:xfrm>
        </p:grpSpPr>
        <p:sp>
          <p:nvSpPr>
            <p:cNvPr id="21" name="矩形 22">
              <a:extLst>
                <a:ext uri="{FF2B5EF4-FFF2-40B4-BE49-F238E27FC236}">
                  <a16:creationId xmlns:a16="http://schemas.microsoft.com/office/drawing/2014/main" id="{7D4E632B-BF8F-39C9-2411-A77C9471102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0208683" y="2418856"/>
              <a:ext cx="1699520" cy="64633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24DA2"/>
                  </a:solidFill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rPr>
                <a:t>Artificial</a:t>
              </a:r>
            </a:p>
            <a:p>
              <a:pPr algn="ctr"/>
              <a:r>
                <a:rPr lang="en-US" altLang="zh-CN" b="1" dirty="0">
                  <a:solidFill>
                    <a:srgbClr val="024DA2"/>
                  </a:solidFill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rPr>
                <a:t>Intelligence</a:t>
              </a:r>
              <a:endParaRPr lang="zh-CN" altLang="en-US" b="1" dirty="0">
                <a:solidFill>
                  <a:srgbClr val="024DA2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DAE8EBC-51D2-23A2-6FAD-BEC52046AEFE}"/>
                </a:ext>
              </a:extLst>
            </p:cNvPr>
            <p:cNvSpPr/>
            <p:nvPr/>
          </p:nvSpPr>
          <p:spPr>
            <a:xfrm>
              <a:off x="10063142" y="2337134"/>
              <a:ext cx="1990601" cy="809773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rgbClr val="024DA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文本框 7">
            <a:extLst>
              <a:ext uri="{FF2B5EF4-FFF2-40B4-BE49-F238E27FC236}">
                <a16:creationId xmlns:a16="http://schemas.microsoft.com/office/drawing/2014/main" id="{1ECE575E-AD21-1A82-7862-888CADDCD4ED}"/>
              </a:ext>
            </a:extLst>
          </p:cNvPr>
          <p:cNvSpPr txBox="1"/>
          <p:nvPr/>
        </p:nvSpPr>
        <p:spPr>
          <a:xfrm>
            <a:off x="0" y="62757"/>
            <a:ext cx="881795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E5 Nexus Lab @ XXX</a:t>
            </a:r>
          </a:p>
          <a:p>
            <a:pPr algn="ctr">
              <a:spcAft>
                <a:spcPts val="600"/>
              </a:spcAft>
            </a:pPr>
            <a:r>
              <a:rPr lang="en-GB" altLang="zh-CN" i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sym typeface="+mn-ea"/>
              </a:rPr>
              <a:t>Energy-Environment-Epidemiology-Economy-Ecosystem</a:t>
            </a:r>
            <a:endParaRPr lang="zh-CN" altLang="en-US" i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69386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2668D4-1134-EC97-CFE6-423B771D47B8}"/>
              </a:ext>
            </a:extLst>
          </p:cNvPr>
          <p:cNvSpPr/>
          <p:nvPr/>
        </p:nvSpPr>
        <p:spPr>
          <a:xfrm>
            <a:off x="10032000" y="1278000"/>
            <a:ext cx="2160000" cy="252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</a:rPr>
              <a:t>Profile Photo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59455-AED0-09D6-92E8-B49C7099A1A2}"/>
              </a:ext>
            </a:extLst>
          </p:cNvPr>
          <p:cNvSpPr/>
          <p:nvPr/>
        </p:nvSpPr>
        <p:spPr>
          <a:xfrm>
            <a:off x="10031999" y="3798000"/>
            <a:ext cx="2160000" cy="9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GB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sym typeface="+mn-ea"/>
              </a:rPr>
              <a:t>Name (</a:t>
            </a:r>
            <a:r>
              <a:rPr lang="zh-CN" alt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sym typeface="+mn-ea"/>
              </a:rPr>
              <a:t>姓名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sym typeface="+mn-ea"/>
              </a:rPr>
              <a:t>）</a:t>
            </a:r>
            <a:endParaRPr lang="en-GB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sym typeface="+mn-ea"/>
            </a:endParaRP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</a:rPr>
              <a:t>Position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271755-50B1-B3C1-66E1-D3C7D6278607}"/>
              </a:ext>
            </a:extLst>
          </p:cNvPr>
          <p:cNvSpPr/>
          <p:nvPr/>
        </p:nvSpPr>
        <p:spPr>
          <a:xfrm>
            <a:off x="10031999" y="4698000"/>
            <a:ext cx="2160000" cy="21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GB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sym typeface="+mn-ea"/>
              </a:rPr>
              <a:t>E5 Nexus Lab @ XXX Logo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A1A11-CF39-04EE-E789-F8CA9FBE6B05}"/>
              </a:ext>
            </a:extLst>
          </p:cNvPr>
          <p:cNvSpPr/>
          <p:nvPr/>
        </p:nvSpPr>
        <p:spPr>
          <a:xfrm>
            <a:off x="0" y="0"/>
            <a:ext cx="12192000" cy="127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GB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sym typeface="+mn-ea"/>
              </a:rPr>
              <a:t>Paper title</a:t>
            </a:r>
          </a:p>
          <a:p>
            <a:pPr algn="ctr">
              <a:spcAft>
                <a:spcPts val="600"/>
              </a:spcAft>
            </a:pPr>
            <a:r>
              <a:rPr lang="en-GB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sym typeface="+mn-ea"/>
              </a:rPr>
              <a:t>Paper title continued</a:t>
            </a:r>
          </a:p>
          <a:p>
            <a:pPr algn="ctr">
              <a:spcAft>
                <a:spcPts val="600"/>
              </a:spcAft>
            </a:pPr>
            <a:r>
              <a:rPr lang="en-GB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sym typeface="+mn-ea"/>
              </a:rPr>
              <a:t>XXX et al., </a:t>
            </a:r>
            <a:r>
              <a:rPr lang="en-GB" altLang="zh-CN" i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sym typeface="+mn-ea"/>
              </a:rPr>
              <a:t>Journal title</a:t>
            </a:r>
            <a:r>
              <a:rPr lang="en-GB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sym typeface="+mn-ea"/>
              </a:rPr>
              <a:t>, Volume(Issue), Page(s), Year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96CB82-71D0-6131-FFC5-B3C3B04AFB4D}"/>
              </a:ext>
            </a:extLst>
          </p:cNvPr>
          <p:cNvSpPr/>
          <p:nvPr/>
        </p:nvSpPr>
        <p:spPr>
          <a:xfrm>
            <a:off x="0" y="1278000"/>
            <a:ext cx="10031998" cy="55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</a:rPr>
              <a:t>Graphical Abstract or similar</a:t>
            </a:r>
          </a:p>
        </p:txBody>
      </p:sp>
    </p:spTree>
    <p:extLst>
      <p:ext uri="{BB962C8B-B14F-4D97-AF65-F5344CB8AC3E}">
        <p14:creationId xmlns:p14="http://schemas.microsoft.com/office/powerpoint/2010/main" val="1740989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49999999999994,&quot;left&quot;:76.75,&quot;top&quot;:120.48511811023623,&quot;width&quot;:815.7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49999999999994,&quot;left&quot;:76.75,&quot;top&quot;:120.48511811023623,&quot;width&quot;:815.7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49999999999994,&quot;left&quot;:76.75,&quot;top&quot;:120.48511811023623,&quot;width&quot;:815.7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49999999999994,&quot;left&quot;:76.75,&quot;top&quot;:120.48511811023623,&quot;width&quot;:815.7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23044</TotalTime>
  <Words>55</Words>
  <Application>Microsoft Macintosh PowerPoint</Application>
  <PresentationFormat>Widescreen</PresentationFormat>
  <Paragraphs>20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Microsoft YaHei</vt:lpstr>
      <vt:lpstr>汉仪君黑-45简</vt:lpstr>
      <vt:lpstr>Aptos</vt:lpstr>
      <vt:lpstr>Calibri</vt:lpstr>
      <vt:lpstr>Office 主题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华佑泉美</dc:creator>
  <cp:lastModifiedBy>Fei Yao</cp:lastModifiedBy>
  <cp:revision>77</cp:revision>
  <dcterms:created xsi:type="dcterms:W3CDTF">2019-03-17T14:10:00Z</dcterms:created>
  <dcterms:modified xsi:type="dcterms:W3CDTF">2025-12-16T07:44:21Z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KSOTemplateUUID">
    <vt:lpwstr>v1.0_mb_HFNbg839bg6BkUB12RETBg==</vt:lpwstr>
  </property>
  <property fmtid="{D5CDD505-2E9C-101B-9397-08002B2CF9AE}" pid="4" name="ICV">
    <vt:lpwstr>4BDC465BE8AB48A3A29572D1EE4AFCE4_11</vt:lpwstr>
  </property>
</Properties>
</file>