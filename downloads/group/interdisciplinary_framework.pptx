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3"/>
  </p:notesMasterIdLst>
  <p:sldIdLst>
    <p:sldId id="257" r:id="rId2"/>
  </p:sldIdLst>
  <p:sldSz cx="9971088" cy="43195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1EFAD2-52D1-2B4F-A032-C23A1705D536}" v="48" dt="2026-01-17T17:22:55.3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84"/>
    <p:restoredTop sz="94830"/>
  </p:normalViewPr>
  <p:slideViewPr>
    <p:cSldViewPr snapToGrid="0">
      <p:cViewPr varScale="1">
        <p:scale>
          <a:sx n="176" d="100"/>
          <a:sy n="176" d="100"/>
        </p:scale>
        <p:origin x="192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i Yao" userId="0f76fc2f-86db-4f00-832a-b92dc6cb86c5" providerId="ADAL" clId="{3542449D-0F28-5F63-A95F-E350D95EFEF5}"/>
    <pc:docChg chg="custSel delSld modSld modMainMaster modNotesMaster">
      <pc:chgData name="Fei Yao" userId="0f76fc2f-86db-4f00-832a-b92dc6cb86c5" providerId="ADAL" clId="{3542449D-0F28-5F63-A95F-E350D95EFEF5}" dt="2026-01-17T17:27:34.718" v="324" actId="20577"/>
      <pc:docMkLst>
        <pc:docMk/>
      </pc:docMkLst>
      <pc:sldChg chg="addSp delSp modSp mod modNotes">
        <pc:chgData name="Fei Yao" userId="0f76fc2f-86db-4f00-832a-b92dc6cb86c5" providerId="ADAL" clId="{3542449D-0F28-5F63-A95F-E350D95EFEF5}" dt="2026-01-17T17:27:34.718" v="324" actId="20577"/>
        <pc:sldMkLst>
          <pc:docMk/>
          <pc:sldMk cId="4040458237" sldId="257"/>
        </pc:sldMkLst>
        <pc:spChg chg="mod">
          <ac:chgData name="Fei Yao" userId="0f76fc2f-86db-4f00-832a-b92dc6cb86c5" providerId="ADAL" clId="{3542449D-0F28-5F63-A95F-E350D95EFEF5}" dt="2026-01-17T17:05:07.571" v="61" actId="207"/>
          <ac:spMkLst>
            <pc:docMk/>
            <pc:sldMk cId="4040458237" sldId="257"/>
            <ac:spMk id="2" creationId="{851D8764-AB40-28F7-A611-D6285B0F80D4}"/>
          </ac:spMkLst>
        </pc:spChg>
        <pc:spChg chg="mod">
          <ac:chgData name="Fei Yao" userId="0f76fc2f-86db-4f00-832a-b92dc6cb86c5" providerId="ADAL" clId="{3542449D-0F28-5F63-A95F-E350D95EFEF5}" dt="2026-01-17T17:05:07.571" v="61" actId="207"/>
          <ac:spMkLst>
            <pc:docMk/>
            <pc:sldMk cId="4040458237" sldId="257"/>
            <ac:spMk id="3" creationId="{BDDDC990-7797-D6B8-46B1-ACB026647C78}"/>
          </ac:spMkLst>
        </pc:spChg>
        <pc:spChg chg="mod">
          <ac:chgData name="Fei Yao" userId="0f76fc2f-86db-4f00-832a-b92dc6cb86c5" providerId="ADAL" clId="{3542449D-0F28-5F63-A95F-E350D95EFEF5}" dt="2026-01-17T17:05:07.571" v="61" actId="207"/>
          <ac:spMkLst>
            <pc:docMk/>
            <pc:sldMk cId="4040458237" sldId="257"/>
            <ac:spMk id="5" creationId="{07EE841B-6CAB-D8FD-E69A-01AE77DDE515}"/>
          </ac:spMkLst>
        </pc:spChg>
        <pc:spChg chg="mod topLvl">
          <ac:chgData name="Fei Yao" userId="0f76fc2f-86db-4f00-832a-b92dc6cb86c5" providerId="ADAL" clId="{3542449D-0F28-5F63-A95F-E350D95EFEF5}" dt="2026-01-17T17:19:35.749" v="305" actId="164"/>
          <ac:spMkLst>
            <pc:docMk/>
            <pc:sldMk cId="4040458237" sldId="257"/>
            <ac:spMk id="16" creationId="{CA36BCB0-D7E3-69BC-4AE8-EFD622F01320}"/>
          </ac:spMkLst>
        </pc:spChg>
        <pc:spChg chg="add mod">
          <ac:chgData name="Fei Yao" userId="0f76fc2f-86db-4f00-832a-b92dc6cb86c5" providerId="ADAL" clId="{3542449D-0F28-5F63-A95F-E350D95EFEF5}" dt="2026-01-17T17:19:17.505" v="302" actId="1076"/>
          <ac:spMkLst>
            <pc:docMk/>
            <pc:sldMk cId="4040458237" sldId="257"/>
            <ac:spMk id="17" creationId="{C7777CCE-2A99-24E3-1D0F-D0941AAFF4F2}"/>
          </ac:spMkLst>
        </pc:spChg>
        <pc:spChg chg="mod topLvl">
          <ac:chgData name="Fei Yao" userId="0f76fc2f-86db-4f00-832a-b92dc6cb86c5" providerId="ADAL" clId="{3542449D-0F28-5F63-A95F-E350D95EFEF5}" dt="2026-01-17T17:19:35.749" v="305" actId="164"/>
          <ac:spMkLst>
            <pc:docMk/>
            <pc:sldMk cId="4040458237" sldId="257"/>
            <ac:spMk id="18" creationId="{216D4596-62A5-A759-A679-A3D22BDF1170}"/>
          </ac:spMkLst>
        </pc:spChg>
        <pc:spChg chg="mod topLvl">
          <ac:chgData name="Fei Yao" userId="0f76fc2f-86db-4f00-832a-b92dc6cb86c5" providerId="ADAL" clId="{3542449D-0F28-5F63-A95F-E350D95EFEF5}" dt="2026-01-17T17:25:00.787" v="315" actId="20577"/>
          <ac:spMkLst>
            <pc:docMk/>
            <pc:sldMk cId="4040458237" sldId="257"/>
            <ac:spMk id="19" creationId="{735664C6-E0FE-BC81-7C5C-C8D9C0910AB3}"/>
          </ac:spMkLst>
        </pc:spChg>
        <pc:spChg chg="mod">
          <ac:chgData name="Fei Yao" userId="0f76fc2f-86db-4f00-832a-b92dc6cb86c5" providerId="ADAL" clId="{3542449D-0F28-5F63-A95F-E350D95EFEF5}" dt="2026-01-17T17:15:20.976" v="263" actId="404"/>
          <ac:spMkLst>
            <pc:docMk/>
            <pc:sldMk cId="4040458237" sldId="257"/>
            <ac:spMk id="27" creationId="{13DAE1D3-5DDB-00C7-EDAC-ACC3852BE914}"/>
          </ac:spMkLst>
        </pc:spChg>
        <pc:spChg chg="mod">
          <ac:chgData name="Fei Yao" userId="0f76fc2f-86db-4f00-832a-b92dc6cb86c5" providerId="ADAL" clId="{3542449D-0F28-5F63-A95F-E350D95EFEF5}" dt="2026-01-17T17:03:36.805" v="54" actId="404"/>
          <ac:spMkLst>
            <pc:docMk/>
            <pc:sldMk cId="4040458237" sldId="257"/>
            <ac:spMk id="33" creationId="{A581067A-2D99-D1EC-6E7D-4C0702D8F943}"/>
          </ac:spMkLst>
        </pc:spChg>
        <pc:spChg chg="mod">
          <ac:chgData name="Fei Yao" userId="0f76fc2f-86db-4f00-832a-b92dc6cb86c5" providerId="ADAL" clId="{3542449D-0F28-5F63-A95F-E350D95EFEF5}" dt="2026-01-17T17:27:34.718" v="324" actId="20577"/>
          <ac:spMkLst>
            <pc:docMk/>
            <pc:sldMk cId="4040458237" sldId="257"/>
            <ac:spMk id="35" creationId="{FA74D224-EE6A-02C6-DE69-55D1243903E5}"/>
          </ac:spMkLst>
        </pc:spChg>
        <pc:spChg chg="mod topLvl">
          <ac:chgData name="Fei Yao" userId="0f76fc2f-86db-4f00-832a-b92dc6cb86c5" providerId="ADAL" clId="{3542449D-0F28-5F63-A95F-E350D95EFEF5}" dt="2026-01-17T17:19:27.292" v="304" actId="164"/>
          <ac:spMkLst>
            <pc:docMk/>
            <pc:sldMk cId="4040458237" sldId="257"/>
            <ac:spMk id="45" creationId="{B4C40E10-D9B0-AB23-813B-F977BF6CCD71}"/>
          </ac:spMkLst>
        </pc:spChg>
        <pc:spChg chg="mod topLvl">
          <ac:chgData name="Fei Yao" userId="0f76fc2f-86db-4f00-832a-b92dc6cb86c5" providerId="ADAL" clId="{3542449D-0F28-5F63-A95F-E350D95EFEF5}" dt="2026-01-17T17:19:27.292" v="304" actId="164"/>
          <ac:spMkLst>
            <pc:docMk/>
            <pc:sldMk cId="4040458237" sldId="257"/>
            <ac:spMk id="46" creationId="{78493220-81F3-114C-2306-8D2703043720}"/>
          </ac:spMkLst>
        </pc:spChg>
        <pc:spChg chg="mod topLvl">
          <ac:chgData name="Fei Yao" userId="0f76fc2f-86db-4f00-832a-b92dc6cb86c5" providerId="ADAL" clId="{3542449D-0F28-5F63-A95F-E350D95EFEF5}" dt="2026-01-17T17:19:27.292" v="304" actId="164"/>
          <ac:spMkLst>
            <pc:docMk/>
            <pc:sldMk cId="4040458237" sldId="257"/>
            <ac:spMk id="47" creationId="{BAC3C435-66F3-A799-9EC8-B3E881F7FB9A}"/>
          </ac:spMkLst>
        </pc:spChg>
        <pc:spChg chg="mod">
          <ac:chgData name="Fei Yao" userId="0f76fc2f-86db-4f00-832a-b92dc6cb86c5" providerId="ADAL" clId="{3542449D-0F28-5F63-A95F-E350D95EFEF5}" dt="2026-01-17T17:03:42.346" v="56" actId="404"/>
          <ac:spMkLst>
            <pc:docMk/>
            <pc:sldMk cId="4040458237" sldId="257"/>
            <ac:spMk id="56" creationId="{DDFCF179-2F67-F31B-88D1-14CECD5B360A}"/>
          </ac:spMkLst>
        </pc:spChg>
        <pc:spChg chg="mod">
          <ac:chgData name="Fei Yao" userId="0f76fc2f-86db-4f00-832a-b92dc6cb86c5" providerId="ADAL" clId="{3542449D-0F28-5F63-A95F-E350D95EFEF5}" dt="2026-01-17T17:15:00.463" v="262" actId="166"/>
          <ac:spMkLst>
            <pc:docMk/>
            <pc:sldMk cId="4040458237" sldId="257"/>
            <ac:spMk id="60" creationId="{38D8ADD4-FD38-32E8-5E10-7F1AEC8506AD}"/>
          </ac:spMkLst>
        </pc:spChg>
        <pc:spChg chg="mod">
          <ac:chgData name="Fei Yao" userId="0f76fc2f-86db-4f00-832a-b92dc6cb86c5" providerId="ADAL" clId="{3542449D-0F28-5F63-A95F-E350D95EFEF5}" dt="2026-01-17T17:22:55.301" v="306"/>
          <ac:spMkLst>
            <pc:docMk/>
            <pc:sldMk cId="4040458237" sldId="257"/>
            <ac:spMk id="142" creationId="{2845559A-73CD-2160-2AE3-F8F7A25A28E6}"/>
          </ac:spMkLst>
        </pc:spChg>
        <pc:spChg chg="mod">
          <ac:chgData name="Fei Yao" userId="0f76fc2f-86db-4f00-832a-b92dc6cb86c5" providerId="ADAL" clId="{3542449D-0F28-5F63-A95F-E350D95EFEF5}" dt="2026-01-17T17:22:55.301" v="306"/>
          <ac:spMkLst>
            <pc:docMk/>
            <pc:sldMk cId="4040458237" sldId="257"/>
            <ac:spMk id="156" creationId="{27DED6A3-4735-6BCE-D3A2-75317F4CF2A3}"/>
          </ac:spMkLst>
        </pc:spChg>
        <pc:spChg chg="mod">
          <ac:chgData name="Fei Yao" userId="0f76fc2f-86db-4f00-832a-b92dc6cb86c5" providerId="ADAL" clId="{3542449D-0F28-5F63-A95F-E350D95EFEF5}" dt="2026-01-17T17:22:55.301" v="306"/>
          <ac:spMkLst>
            <pc:docMk/>
            <pc:sldMk cId="4040458237" sldId="257"/>
            <ac:spMk id="160" creationId="{1D4D2178-BC29-7932-C546-D8BD3EB8EB4B}"/>
          </ac:spMkLst>
        </pc:spChg>
        <pc:spChg chg="mod">
          <ac:chgData name="Fei Yao" userId="0f76fc2f-86db-4f00-832a-b92dc6cb86c5" providerId="ADAL" clId="{3542449D-0F28-5F63-A95F-E350D95EFEF5}" dt="2026-01-17T17:22:55.301" v="306"/>
          <ac:spMkLst>
            <pc:docMk/>
            <pc:sldMk cId="4040458237" sldId="257"/>
            <ac:spMk id="163" creationId="{4355ECF0-5F09-ECAE-53F4-69A73F2B5C9F}"/>
          </ac:spMkLst>
        </pc:spChg>
        <pc:spChg chg="mod">
          <ac:chgData name="Fei Yao" userId="0f76fc2f-86db-4f00-832a-b92dc6cb86c5" providerId="ADAL" clId="{3542449D-0F28-5F63-A95F-E350D95EFEF5}" dt="2026-01-17T17:22:55.301" v="306"/>
          <ac:spMkLst>
            <pc:docMk/>
            <pc:sldMk cId="4040458237" sldId="257"/>
            <ac:spMk id="173" creationId="{0A134438-33FD-438A-E6B5-52593D8566C9}"/>
          </ac:spMkLst>
        </pc:spChg>
        <pc:spChg chg="mod">
          <ac:chgData name="Fei Yao" userId="0f76fc2f-86db-4f00-832a-b92dc6cb86c5" providerId="ADAL" clId="{3542449D-0F28-5F63-A95F-E350D95EFEF5}" dt="2026-01-17T17:22:55.301" v="306"/>
          <ac:spMkLst>
            <pc:docMk/>
            <pc:sldMk cId="4040458237" sldId="257"/>
            <ac:spMk id="176" creationId="{6D5FF824-A8D7-6E59-9FDC-19BB0FCFB6C3}"/>
          </ac:spMkLst>
        </pc:spChg>
        <pc:spChg chg="mod">
          <ac:chgData name="Fei Yao" userId="0f76fc2f-86db-4f00-832a-b92dc6cb86c5" providerId="ADAL" clId="{3542449D-0F28-5F63-A95F-E350D95EFEF5}" dt="2026-01-17T17:22:55.301" v="306"/>
          <ac:spMkLst>
            <pc:docMk/>
            <pc:sldMk cId="4040458237" sldId="257"/>
            <ac:spMk id="180" creationId="{F847BAEE-33F8-804A-A6F7-17C23F3FA3AE}"/>
          </ac:spMkLst>
        </pc:spChg>
        <pc:spChg chg="mod">
          <ac:chgData name="Fei Yao" userId="0f76fc2f-86db-4f00-832a-b92dc6cb86c5" providerId="ADAL" clId="{3542449D-0F28-5F63-A95F-E350D95EFEF5}" dt="2026-01-17T17:22:55.301" v="306"/>
          <ac:spMkLst>
            <pc:docMk/>
            <pc:sldMk cId="4040458237" sldId="257"/>
            <ac:spMk id="195" creationId="{A28335C9-6850-3D06-E157-F94145F17D6F}"/>
          </ac:spMkLst>
        </pc:spChg>
        <pc:spChg chg="mod">
          <ac:chgData name="Fei Yao" userId="0f76fc2f-86db-4f00-832a-b92dc6cb86c5" providerId="ADAL" clId="{3542449D-0F28-5F63-A95F-E350D95EFEF5}" dt="2026-01-17T17:22:55.301" v="306"/>
          <ac:spMkLst>
            <pc:docMk/>
            <pc:sldMk cId="4040458237" sldId="257"/>
            <ac:spMk id="199" creationId="{4BD217C6-BE8D-870E-27EE-E3C6BCDCE390}"/>
          </ac:spMkLst>
        </pc:spChg>
        <pc:spChg chg="mod">
          <ac:chgData name="Fei Yao" userId="0f76fc2f-86db-4f00-832a-b92dc6cb86c5" providerId="ADAL" clId="{3542449D-0F28-5F63-A95F-E350D95EFEF5}" dt="2026-01-17T17:22:55.301" v="306"/>
          <ac:spMkLst>
            <pc:docMk/>
            <pc:sldMk cId="4040458237" sldId="257"/>
            <ac:spMk id="203" creationId="{B3B474F4-4879-C115-363A-3B129E6B0EB8}"/>
          </ac:spMkLst>
        </pc:spChg>
        <pc:spChg chg="mod">
          <ac:chgData name="Fei Yao" userId="0f76fc2f-86db-4f00-832a-b92dc6cb86c5" providerId="ADAL" clId="{3542449D-0F28-5F63-A95F-E350D95EFEF5}" dt="2026-01-17T17:14:51.643" v="261" actId="1076"/>
          <ac:spMkLst>
            <pc:docMk/>
            <pc:sldMk cId="4040458237" sldId="257"/>
            <ac:spMk id="206" creationId="{71B9B351-4253-8A39-AA97-39660F884343}"/>
          </ac:spMkLst>
        </pc:spChg>
        <pc:grpChg chg="add del mod">
          <ac:chgData name="Fei Yao" userId="0f76fc2f-86db-4f00-832a-b92dc6cb86c5" providerId="ADAL" clId="{3542449D-0F28-5F63-A95F-E350D95EFEF5}" dt="2026-01-17T17:18:26.343" v="294" actId="165"/>
          <ac:grpSpMkLst>
            <pc:docMk/>
            <pc:sldMk cId="4040458237" sldId="257"/>
            <ac:grpSpMk id="7" creationId="{BA3D1CC0-6AC3-62E6-AAEC-3CC9DE64965A}"/>
          </ac:grpSpMkLst>
        </pc:grpChg>
        <pc:grpChg chg="add mod">
          <ac:chgData name="Fei Yao" userId="0f76fc2f-86db-4f00-832a-b92dc6cb86c5" providerId="ADAL" clId="{3542449D-0F28-5F63-A95F-E350D95EFEF5}" dt="2026-01-17T17:19:35.749" v="305" actId="164"/>
          <ac:grpSpMkLst>
            <pc:docMk/>
            <pc:sldMk cId="4040458237" sldId="257"/>
            <ac:grpSpMk id="14" creationId="{E88C62F9-2CEB-C0F3-B96E-5F3B4EAD0CEE}"/>
          </ac:grpSpMkLst>
        </pc:grpChg>
        <pc:grpChg chg="del mod topLvl">
          <ac:chgData name="Fei Yao" userId="0f76fc2f-86db-4f00-832a-b92dc6cb86c5" providerId="ADAL" clId="{3542449D-0F28-5F63-A95F-E350D95EFEF5}" dt="2026-01-17T17:13:19.106" v="246" actId="165"/>
          <ac:grpSpMkLst>
            <pc:docMk/>
            <pc:sldMk cId="4040458237" sldId="257"/>
            <ac:grpSpMk id="15" creationId="{6FDAF13A-D98A-2A24-C919-E4C439842305}"/>
          </ac:grpSpMkLst>
        </pc:grpChg>
        <pc:grpChg chg="add mod">
          <ac:chgData name="Fei Yao" userId="0f76fc2f-86db-4f00-832a-b92dc6cb86c5" providerId="ADAL" clId="{3542449D-0F28-5F63-A95F-E350D95EFEF5}" dt="2026-01-17T17:19:27.292" v="304" actId="164"/>
          <ac:grpSpMkLst>
            <pc:docMk/>
            <pc:sldMk cId="4040458237" sldId="257"/>
            <ac:grpSpMk id="20" creationId="{93100638-5B02-B883-8B55-5B0B9E4B9A67}"/>
          </ac:grpSpMkLst>
        </pc:grpChg>
        <pc:grpChg chg="add mod">
          <ac:chgData name="Fei Yao" userId="0f76fc2f-86db-4f00-832a-b92dc6cb86c5" providerId="ADAL" clId="{3542449D-0F28-5F63-A95F-E350D95EFEF5}" dt="2026-01-17T17:19:27.292" v="304" actId="164"/>
          <ac:grpSpMkLst>
            <pc:docMk/>
            <pc:sldMk cId="4040458237" sldId="257"/>
            <ac:grpSpMk id="21" creationId="{F0E8C558-6F1C-4035-8DCB-523A74430986}"/>
          </ac:grpSpMkLst>
        </pc:grpChg>
        <pc:grpChg chg="add mod">
          <ac:chgData name="Fei Yao" userId="0f76fc2f-86db-4f00-832a-b92dc6cb86c5" providerId="ADAL" clId="{3542449D-0F28-5F63-A95F-E350D95EFEF5}" dt="2026-01-17T17:19:35.749" v="305" actId="164"/>
          <ac:grpSpMkLst>
            <pc:docMk/>
            <pc:sldMk cId="4040458237" sldId="257"/>
            <ac:grpSpMk id="22" creationId="{2F437EA7-D324-F190-DCE8-BE1E67653815}"/>
          </ac:grpSpMkLst>
        </pc:grpChg>
        <pc:grpChg chg="del mod topLvl">
          <ac:chgData name="Fei Yao" userId="0f76fc2f-86db-4f00-832a-b92dc6cb86c5" providerId="ADAL" clId="{3542449D-0F28-5F63-A95F-E350D95EFEF5}" dt="2026-01-17T17:06:29.144" v="166" actId="478"/>
          <ac:grpSpMkLst>
            <pc:docMk/>
            <pc:sldMk cId="4040458237" sldId="257"/>
            <ac:grpSpMk id="25" creationId="{4406F021-0E03-596F-67B9-4F6855EBECC6}"/>
          </ac:grpSpMkLst>
        </pc:grpChg>
        <pc:grpChg chg="del">
          <ac:chgData name="Fei Yao" userId="0f76fc2f-86db-4f00-832a-b92dc6cb86c5" providerId="ADAL" clId="{3542449D-0F28-5F63-A95F-E350D95EFEF5}" dt="2026-01-17T17:13:11.437" v="245" actId="165"/>
          <ac:grpSpMkLst>
            <pc:docMk/>
            <pc:sldMk cId="4040458237" sldId="257"/>
            <ac:grpSpMk id="48" creationId="{2994C83C-4054-F153-4E3E-A00C801418A8}"/>
          </ac:grpSpMkLst>
        </pc:grpChg>
        <pc:grpChg chg="del">
          <ac:chgData name="Fei Yao" userId="0f76fc2f-86db-4f00-832a-b92dc6cb86c5" providerId="ADAL" clId="{3542449D-0F28-5F63-A95F-E350D95EFEF5}" dt="2026-01-17T17:06:26.544" v="165" actId="165"/>
          <ac:grpSpMkLst>
            <pc:docMk/>
            <pc:sldMk cId="4040458237" sldId="257"/>
            <ac:grpSpMk id="53" creationId="{41D873E6-2210-B5AD-BA4C-37894CB9A0E7}"/>
          </ac:grpSpMkLst>
        </pc:grpChg>
        <pc:picChg chg="mod">
          <ac:chgData name="Fei Yao" userId="0f76fc2f-86db-4f00-832a-b92dc6cb86c5" providerId="ADAL" clId="{3542449D-0F28-5F63-A95F-E350D95EFEF5}" dt="2026-01-17T17:06:26.544" v="165" actId="165"/>
          <ac:picMkLst>
            <pc:docMk/>
            <pc:sldMk cId="4040458237" sldId="257"/>
            <ac:picMk id="6" creationId="{61D95559-F04F-B9A9-951E-ABB33C6B3959}"/>
          </ac:picMkLst>
        </pc:picChg>
        <pc:picChg chg="mod topLvl">
          <ac:chgData name="Fei Yao" userId="0f76fc2f-86db-4f00-832a-b92dc6cb86c5" providerId="ADAL" clId="{3542449D-0F28-5F63-A95F-E350D95EFEF5}" dt="2026-01-17T17:14:00.272" v="256" actId="164"/>
          <ac:picMkLst>
            <pc:docMk/>
            <pc:sldMk cId="4040458237" sldId="257"/>
            <ac:picMk id="8" creationId="{B32B273F-412B-951C-3990-4859932A98B7}"/>
          </ac:picMkLst>
        </pc:picChg>
        <pc:picChg chg="mod topLvl">
          <ac:chgData name="Fei Yao" userId="0f76fc2f-86db-4f00-832a-b92dc6cb86c5" providerId="ADAL" clId="{3542449D-0F28-5F63-A95F-E350D95EFEF5}" dt="2026-01-17T17:19:17.505" v="302" actId="1076"/>
          <ac:picMkLst>
            <pc:docMk/>
            <pc:sldMk cId="4040458237" sldId="257"/>
            <ac:picMk id="9" creationId="{F741769C-D5AA-7480-B87B-21EB5C91A35F}"/>
          </ac:picMkLst>
        </pc:picChg>
        <pc:picChg chg="mod">
          <ac:chgData name="Fei Yao" userId="0f76fc2f-86db-4f00-832a-b92dc6cb86c5" providerId="ADAL" clId="{3542449D-0F28-5F63-A95F-E350D95EFEF5}" dt="2026-01-17T17:06:26.544" v="165" actId="165"/>
          <ac:picMkLst>
            <pc:docMk/>
            <pc:sldMk cId="4040458237" sldId="257"/>
            <ac:picMk id="10" creationId="{D2BE00DF-8707-891C-53FA-60E4BAB6D36B}"/>
          </ac:picMkLst>
        </pc:picChg>
        <pc:picChg chg="mod topLvl">
          <ac:chgData name="Fei Yao" userId="0f76fc2f-86db-4f00-832a-b92dc6cb86c5" providerId="ADAL" clId="{3542449D-0F28-5F63-A95F-E350D95EFEF5}" dt="2026-01-17T17:19:17.505" v="302" actId="1076"/>
          <ac:picMkLst>
            <pc:docMk/>
            <pc:sldMk cId="4040458237" sldId="257"/>
            <ac:picMk id="11" creationId="{7CF1955A-01A2-F126-9BCE-81C4BC5EFA72}"/>
          </ac:picMkLst>
        </pc:picChg>
        <pc:picChg chg="del mod topLvl">
          <ac:chgData name="Fei Yao" userId="0f76fc2f-86db-4f00-832a-b92dc6cb86c5" providerId="ADAL" clId="{3542449D-0F28-5F63-A95F-E350D95EFEF5}" dt="2026-01-17T17:13:56.469" v="255" actId="478"/>
          <ac:picMkLst>
            <pc:docMk/>
            <pc:sldMk cId="4040458237" sldId="257"/>
            <ac:picMk id="12" creationId="{44384A69-19BB-4A95-01F6-072E4D5BDE28}"/>
          </ac:picMkLst>
        </pc:picChg>
        <pc:picChg chg="add mod">
          <ac:chgData name="Fei Yao" userId="0f76fc2f-86db-4f00-832a-b92dc6cb86c5" providerId="ADAL" clId="{3542449D-0F28-5F63-A95F-E350D95EFEF5}" dt="2026-01-17T17:14:00.272" v="256" actId="164"/>
          <ac:picMkLst>
            <pc:docMk/>
            <pc:sldMk cId="4040458237" sldId="257"/>
            <ac:picMk id="13" creationId="{DB022340-FA5F-8274-2888-F2D3B0059FB5}"/>
          </ac:picMkLst>
        </pc:picChg>
      </pc:sldChg>
      <pc:sldMasterChg chg="modSp modSldLayout">
        <pc:chgData name="Fei Yao" userId="0f76fc2f-86db-4f00-832a-b92dc6cb86c5" providerId="ADAL" clId="{3542449D-0F28-5F63-A95F-E350D95EFEF5}" dt="2026-01-17T17:03:18.292" v="52"/>
        <pc:sldMasterMkLst>
          <pc:docMk/>
          <pc:sldMasterMk cId="2567449288" sldId="2147483660"/>
        </pc:sldMasterMkLst>
        <pc:spChg chg="mod">
          <ac:chgData name="Fei Yao" userId="0f76fc2f-86db-4f00-832a-b92dc6cb86c5" providerId="ADAL" clId="{3542449D-0F28-5F63-A95F-E350D95EFEF5}" dt="2026-01-17T17:03:18.292" v="52"/>
          <ac:spMkLst>
            <pc:docMk/>
            <pc:sldMasterMk cId="2567449288" sldId="2147483660"/>
            <ac:spMk id="2" creationId="{00000000-0000-0000-0000-000000000000}"/>
          </ac:spMkLst>
        </pc:spChg>
        <pc:spChg chg="mod">
          <ac:chgData name="Fei Yao" userId="0f76fc2f-86db-4f00-832a-b92dc6cb86c5" providerId="ADAL" clId="{3542449D-0F28-5F63-A95F-E350D95EFEF5}" dt="2026-01-17T17:03:18.292" v="52"/>
          <ac:spMkLst>
            <pc:docMk/>
            <pc:sldMasterMk cId="2567449288" sldId="2147483660"/>
            <ac:spMk id="3" creationId="{00000000-0000-0000-0000-000000000000}"/>
          </ac:spMkLst>
        </pc:spChg>
        <pc:spChg chg="mod">
          <ac:chgData name="Fei Yao" userId="0f76fc2f-86db-4f00-832a-b92dc6cb86c5" providerId="ADAL" clId="{3542449D-0F28-5F63-A95F-E350D95EFEF5}" dt="2026-01-17T17:03:18.292" v="52"/>
          <ac:spMkLst>
            <pc:docMk/>
            <pc:sldMasterMk cId="2567449288" sldId="2147483660"/>
            <ac:spMk id="4" creationId="{00000000-0000-0000-0000-000000000000}"/>
          </ac:spMkLst>
        </pc:spChg>
        <pc:spChg chg="mod">
          <ac:chgData name="Fei Yao" userId="0f76fc2f-86db-4f00-832a-b92dc6cb86c5" providerId="ADAL" clId="{3542449D-0F28-5F63-A95F-E350D95EFEF5}" dt="2026-01-17T17:03:18.292" v="52"/>
          <ac:spMkLst>
            <pc:docMk/>
            <pc:sldMasterMk cId="2567449288" sldId="2147483660"/>
            <ac:spMk id="5" creationId="{00000000-0000-0000-0000-000000000000}"/>
          </ac:spMkLst>
        </pc:spChg>
        <pc:spChg chg="mod">
          <ac:chgData name="Fei Yao" userId="0f76fc2f-86db-4f00-832a-b92dc6cb86c5" providerId="ADAL" clId="{3542449D-0F28-5F63-A95F-E350D95EFEF5}" dt="2026-01-17T17:03:18.292" v="52"/>
          <ac:spMkLst>
            <pc:docMk/>
            <pc:sldMasterMk cId="2567449288" sldId="2147483660"/>
            <ac:spMk id="6" creationId="{00000000-0000-0000-0000-000000000000}"/>
          </ac:spMkLst>
        </pc:spChg>
        <pc:sldLayoutChg chg="modSp">
          <pc:chgData name="Fei Yao" userId="0f76fc2f-86db-4f00-832a-b92dc6cb86c5" providerId="ADAL" clId="{3542449D-0F28-5F63-A95F-E350D95EFEF5}" dt="2026-01-17T17:03:18.292" v="52"/>
          <pc:sldLayoutMkLst>
            <pc:docMk/>
            <pc:sldMasterMk cId="2567449288" sldId="2147483660"/>
            <pc:sldLayoutMk cId="2769730494" sldId="2147483661"/>
          </pc:sldLayoutMkLst>
          <pc:spChg chg="mod">
            <ac:chgData name="Fei Yao" userId="0f76fc2f-86db-4f00-832a-b92dc6cb86c5" providerId="ADAL" clId="{3542449D-0F28-5F63-A95F-E350D95EFEF5}" dt="2026-01-17T17:03:18.292" v="52"/>
            <ac:spMkLst>
              <pc:docMk/>
              <pc:sldMasterMk cId="2567449288" sldId="2147483660"/>
              <pc:sldLayoutMk cId="2769730494" sldId="2147483661"/>
              <ac:spMk id="2" creationId="{00000000-0000-0000-0000-000000000000}"/>
            </ac:spMkLst>
          </pc:spChg>
          <pc:spChg chg="mod">
            <ac:chgData name="Fei Yao" userId="0f76fc2f-86db-4f00-832a-b92dc6cb86c5" providerId="ADAL" clId="{3542449D-0F28-5F63-A95F-E350D95EFEF5}" dt="2026-01-17T17:03:18.292" v="52"/>
            <ac:spMkLst>
              <pc:docMk/>
              <pc:sldMasterMk cId="2567449288" sldId="2147483660"/>
              <pc:sldLayoutMk cId="2769730494" sldId="2147483661"/>
              <ac:spMk id="3" creationId="{00000000-0000-0000-0000-000000000000}"/>
            </ac:spMkLst>
          </pc:spChg>
        </pc:sldLayoutChg>
        <pc:sldLayoutChg chg="modSp">
          <pc:chgData name="Fei Yao" userId="0f76fc2f-86db-4f00-832a-b92dc6cb86c5" providerId="ADAL" clId="{3542449D-0F28-5F63-A95F-E350D95EFEF5}" dt="2026-01-17T17:03:18.292" v="52"/>
          <pc:sldLayoutMkLst>
            <pc:docMk/>
            <pc:sldMasterMk cId="2567449288" sldId="2147483660"/>
            <pc:sldLayoutMk cId="4021746503" sldId="2147483663"/>
          </pc:sldLayoutMkLst>
          <pc:spChg chg="mod">
            <ac:chgData name="Fei Yao" userId="0f76fc2f-86db-4f00-832a-b92dc6cb86c5" providerId="ADAL" clId="{3542449D-0F28-5F63-A95F-E350D95EFEF5}" dt="2026-01-17T17:03:18.292" v="52"/>
            <ac:spMkLst>
              <pc:docMk/>
              <pc:sldMasterMk cId="2567449288" sldId="2147483660"/>
              <pc:sldLayoutMk cId="4021746503" sldId="2147483663"/>
              <ac:spMk id="2" creationId="{00000000-0000-0000-0000-000000000000}"/>
            </ac:spMkLst>
          </pc:spChg>
          <pc:spChg chg="mod">
            <ac:chgData name="Fei Yao" userId="0f76fc2f-86db-4f00-832a-b92dc6cb86c5" providerId="ADAL" clId="{3542449D-0F28-5F63-A95F-E350D95EFEF5}" dt="2026-01-17T17:03:18.292" v="52"/>
            <ac:spMkLst>
              <pc:docMk/>
              <pc:sldMasterMk cId="2567449288" sldId="2147483660"/>
              <pc:sldLayoutMk cId="4021746503" sldId="2147483663"/>
              <ac:spMk id="3" creationId="{00000000-0000-0000-0000-000000000000}"/>
            </ac:spMkLst>
          </pc:spChg>
        </pc:sldLayoutChg>
        <pc:sldLayoutChg chg="modSp">
          <pc:chgData name="Fei Yao" userId="0f76fc2f-86db-4f00-832a-b92dc6cb86c5" providerId="ADAL" clId="{3542449D-0F28-5F63-A95F-E350D95EFEF5}" dt="2026-01-17T17:03:18.292" v="52"/>
          <pc:sldLayoutMkLst>
            <pc:docMk/>
            <pc:sldMasterMk cId="2567449288" sldId="2147483660"/>
            <pc:sldLayoutMk cId="2202309142" sldId="2147483664"/>
          </pc:sldLayoutMkLst>
          <pc:spChg chg="mod">
            <ac:chgData name="Fei Yao" userId="0f76fc2f-86db-4f00-832a-b92dc6cb86c5" providerId="ADAL" clId="{3542449D-0F28-5F63-A95F-E350D95EFEF5}" dt="2026-01-17T17:03:18.292" v="52"/>
            <ac:spMkLst>
              <pc:docMk/>
              <pc:sldMasterMk cId="2567449288" sldId="2147483660"/>
              <pc:sldLayoutMk cId="2202309142" sldId="2147483664"/>
              <ac:spMk id="3" creationId="{00000000-0000-0000-0000-000000000000}"/>
            </ac:spMkLst>
          </pc:spChg>
          <pc:spChg chg="mod">
            <ac:chgData name="Fei Yao" userId="0f76fc2f-86db-4f00-832a-b92dc6cb86c5" providerId="ADAL" clId="{3542449D-0F28-5F63-A95F-E350D95EFEF5}" dt="2026-01-17T17:03:18.292" v="52"/>
            <ac:spMkLst>
              <pc:docMk/>
              <pc:sldMasterMk cId="2567449288" sldId="2147483660"/>
              <pc:sldLayoutMk cId="2202309142" sldId="2147483664"/>
              <ac:spMk id="4" creationId="{00000000-0000-0000-0000-000000000000}"/>
            </ac:spMkLst>
          </pc:spChg>
        </pc:sldLayoutChg>
        <pc:sldLayoutChg chg="modSp">
          <pc:chgData name="Fei Yao" userId="0f76fc2f-86db-4f00-832a-b92dc6cb86c5" providerId="ADAL" clId="{3542449D-0F28-5F63-A95F-E350D95EFEF5}" dt="2026-01-17T17:03:18.292" v="52"/>
          <pc:sldLayoutMkLst>
            <pc:docMk/>
            <pc:sldMasterMk cId="2567449288" sldId="2147483660"/>
            <pc:sldLayoutMk cId="1910660356" sldId="2147483665"/>
          </pc:sldLayoutMkLst>
          <pc:spChg chg="mod">
            <ac:chgData name="Fei Yao" userId="0f76fc2f-86db-4f00-832a-b92dc6cb86c5" providerId="ADAL" clId="{3542449D-0F28-5F63-A95F-E350D95EFEF5}" dt="2026-01-17T17:03:18.292" v="52"/>
            <ac:spMkLst>
              <pc:docMk/>
              <pc:sldMasterMk cId="2567449288" sldId="2147483660"/>
              <pc:sldLayoutMk cId="1910660356" sldId="2147483665"/>
              <ac:spMk id="2" creationId="{00000000-0000-0000-0000-000000000000}"/>
            </ac:spMkLst>
          </pc:spChg>
          <pc:spChg chg="mod">
            <ac:chgData name="Fei Yao" userId="0f76fc2f-86db-4f00-832a-b92dc6cb86c5" providerId="ADAL" clId="{3542449D-0F28-5F63-A95F-E350D95EFEF5}" dt="2026-01-17T17:03:18.292" v="52"/>
            <ac:spMkLst>
              <pc:docMk/>
              <pc:sldMasterMk cId="2567449288" sldId="2147483660"/>
              <pc:sldLayoutMk cId="1910660356" sldId="2147483665"/>
              <ac:spMk id="3" creationId="{00000000-0000-0000-0000-000000000000}"/>
            </ac:spMkLst>
          </pc:spChg>
          <pc:spChg chg="mod">
            <ac:chgData name="Fei Yao" userId="0f76fc2f-86db-4f00-832a-b92dc6cb86c5" providerId="ADAL" clId="{3542449D-0F28-5F63-A95F-E350D95EFEF5}" dt="2026-01-17T17:03:18.292" v="52"/>
            <ac:spMkLst>
              <pc:docMk/>
              <pc:sldMasterMk cId="2567449288" sldId="2147483660"/>
              <pc:sldLayoutMk cId="1910660356" sldId="2147483665"/>
              <ac:spMk id="4" creationId="{00000000-0000-0000-0000-000000000000}"/>
            </ac:spMkLst>
          </pc:spChg>
          <pc:spChg chg="mod">
            <ac:chgData name="Fei Yao" userId="0f76fc2f-86db-4f00-832a-b92dc6cb86c5" providerId="ADAL" clId="{3542449D-0F28-5F63-A95F-E350D95EFEF5}" dt="2026-01-17T17:03:18.292" v="52"/>
            <ac:spMkLst>
              <pc:docMk/>
              <pc:sldMasterMk cId="2567449288" sldId="2147483660"/>
              <pc:sldLayoutMk cId="1910660356" sldId="2147483665"/>
              <ac:spMk id="5" creationId="{00000000-0000-0000-0000-000000000000}"/>
            </ac:spMkLst>
          </pc:spChg>
          <pc:spChg chg="mod">
            <ac:chgData name="Fei Yao" userId="0f76fc2f-86db-4f00-832a-b92dc6cb86c5" providerId="ADAL" clId="{3542449D-0F28-5F63-A95F-E350D95EFEF5}" dt="2026-01-17T17:03:18.292" v="52"/>
            <ac:spMkLst>
              <pc:docMk/>
              <pc:sldMasterMk cId="2567449288" sldId="2147483660"/>
              <pc:sldLayoutMk cId="1910660356" sldId="2147483665"/>
              <ac:spMk id="6" creationId="{00000000-0000-0000-0000-000000000000}"/>
            </ac:spMkLst>
          </pc:spChg>
        </pc:sldLayoutChg>
        <pc:sldLayoutChg chg="modSp">
          <pc:chgData name="Fei Yao" userId="0f76fc2f-86db-4f00-832a-b92dc6cb86c5" providerId="ADAL" clId="{3542449D-0F28-5F63-A95F-E350D95EFEF5}" dt="2026-01-17T17:03:18.292" v="52"/>
          <pc:sldLayoutMkLst>
            <pc:docMk/>
            <pc:sldMasterMk cId="2567449288" sldId="2147483660"/>
            <pc:sldLayoutMk cId="467248445" sldId="2147483668"/>
          </pc:sldLayoutMkLst>
          <pc:spChg chg="mod">
            <ac:chgData name="Fei Yao" userId="0f76fc2f-86db-4f00-832a-b92dc6cb86c5" providerId="ADAL" clId="{3542449D-0F28-5F63-A95F-E350D95EFEF5}" dt="2026-01-17T17:03:18.292" v="52"/>
            <ac:spMkLst>
              <pc:docMk/>
              <pc:sldMasterMk cId="2567449288" sldId="2147483660"/>
              <pc:sldLayoutMk cId="467248445" sldId="2147483668"/>
              <ac:spMk id="2" creationId="{00000000-0000-0000-0000-000000000000}"/>
            </ac:spMkLst>
          </pc:spChg>
          <pc:spChg chg="mod">
            <ac:chgData name="Fei Yao" userId="0f76fc2f-86db-4f00-832a-b92dc6cb86c5" providerId="ADAL" clId="{3542449D-0F28-5F63-A95F-E350D95EFEF5}" dt="2026-01-17T17:03:18.292" v="52"/>
            <ac:spMkLst>
              <pc:docMk/>
              <pc:sldMasterMk cId="2567449288" sldId="2147483660"/>
              <pc:sldLayoutMk cId="467248445" sldId="2147483668"/>
              <ac:spMk id="3" creationId="{00000000-0000-0000-0000-000000000000}"/>
            </ac:spMkLst>
          </pc:spChg>
          <pc:spChg chg="mod">
            <ac:chgData name="Fei Yao" userId="0f76fc2f-86db-4f00-832a-b92dc6cb86c5" providerId="ADAL" clId="{3542449D-0F28-5F63-A95F-E350D95EFEF5}" dt="2026-01-17T17:03:18.292" v="52"/>
            <ac:spMkLst>
              <pc:docMk/>
              <pc:sldMasterMk cId="2567449288" sldId="2147483660"/>
              <pc:sldLayoutMk cId="467248445" sldId="2147483668"/>
              <ac:spMk id="4" creationId="{00000000-0000-0000-0000-000000000000}"/>
            </ac:spMkLst>
          </pc:spChg>
        </pc:sldLayoutChg>
        <pc:sldLayoutChg chg="modSp">
          <pc:chgData name="Fei Yao" userId="0f76fc2f-86db-4f00-832a-b92dc6cb86c5" providerId="ADAL" clId="{3542449D-0F28-5F63-A95F-E350D95EFEF5}" dt="2026-01-17T17:03:18.292" v="52"/>
          <pc:sldLayoutMkLst>
            <pc:docMk/>
            <pc:sldMasterMk cId="2567449288" sldId="2147483660"/>
            <pc:sldLayoutMk cId="1152997500" sldId="2147483669"/>
          </pc:sldLayoutMkLst>
          <pc:spChg chg="mod">
            <ac:chgData name="Fei Yao" userId="0f76fc2f-86db-4f00-832a-b92dc6cb86c5" providerId="ADAL" clId="{3542449D-0F28-5F63-A95F-E350D95EFEF5}" dt="2026-01-17T17:03:18.292" v="52"/>
            <ac:spMkLst>
              <pc:docMk/>
              <pc:sldMasterMk cId="2567449288" sldId="2147483660"/>
              <pc:sldLayoutMk cId="1152997500" sldId="2147483669"/>
              <ac:spMk id="2" creationId="{00000000-0000-0000-0000-000000000000}"/>
            </ac:spMkLst>
          </pc:spChg>
          <pc:spChg chg="mod">
            <ac:chgData name="Fei Yao" userId="0f76fc2f-86db-4f00-832a-b92dc6cb86c5" providerId="ADAL" clId="{3542449D-0F28-5F63-A95F-E350D95EFEF5}" dt="2026-01-17T17:03:18.292" v="52"/>
            <ac:spMkLst>
              <pc:docMk/>
              <pc:sldMasterMk cId="2567449288" sldId="2147483660"/>
              <pc:sldLayoutMk cId="1152997500" sldId="2147483669"/>
              <ac:spMk id="3" creationId="{00000000-0000-0000-0000-000000000000}"/>
            </ac:spMkLst>
          </pc:spChg>
          <pc:spChg chg="mod">
            <ac:chgData name="Fei Yao" userId="0f76fc2f-86db-4f00-832a-b92dc6cb86c5" providerId="ADAL" clId="{3542449D-0F28-5F63-A95F-E350D95EFEF5}" dt="2026-01-17T17:03:18.292" v="52"/>
            <ac:spMkLst>
              <pc:docMk/>
              <pc:sldMasterMk cId="2567449288" sldId="2147483660"/>
              <pc:sldLayoutMk cId="1152997500" sldId="2147483669"/>
              <ac:spMk id="4" creationId="{00000000-0000-0000-0000-000000000000}"/>
            </ac:spMkLst>
          </pc:spChg>
        </pc:sldLayoutChg>
        <pc:sldLayoutChg chg="modSp">
          <pc:chgData name="Fei Yao" userId="0f76fc2f-86db-4f00-832a-b92dc6cb86c5" providerId="ADAL" clId="{3542449D-0F28-5F63-A95F-E350D95EFEF5}" dt="2026-01-17T17:03:18.292" v="52"/>
          <pc:sldLayoutMkLst>
            <pc:docMk/>
            <pc:sldMasterMk cId="2567449288" sldId="2147483660"/>
            <pc:sldLayoutMk cId="1971221869" sldId="2147483671"/>
          </pc:sldLayoutMkLst>
          <pc:spChg chg="mod">
            <ac:chgData name="Fei Yao" userId="0f76fc2f-86db-4f00-832a-b92dc6cb86c5" providerId="ADAL" clId="{3542449D-0F28-5F63-A95F-E350D95EFEF5}" dt="2026-01-17T17:03:18.292" v="52"/>
            <ac:spMkLst>
              <pc:docMk/>
              <pc:sldMasterMk cId="2567449288" sldId="2147483660"/>
              <pc:sldLayoutMk cId="1971221869" sldId="2147483671"/>
              <ac:spMk id="2" creationId="{00000000-0000-0000-0000-000000000000}"/>
            </ac:spMkLst>
          </pc:spChg>
          <pc:spChg chg="mod">
            <ac:chgData name="Fei Yao" userId="0f76fc2f-86db-4f00-832a-b92dc6cb86c5" providerId="ADAL" clId="{3542449D-0F28-5F63-A95F-E350D95EFEF5}" dt="2026-01-17T17:03:18.292" v="52"/>
            <ac:spMkLst>
              <pc:docMk/>
              <pc:sldMasterMk cId="2567449288" sldId="2147483660"/>
              <pc:sldLayoutMk cId="1971221869" sldId="2147483671"/>
              <ac:spMk id="3" creationId="{00000000-0000-0000-0000-000000000000}"/>
            </ac:spMkLst>
          </pc:spChg>
        </pc:sldLayoutChg>
      </pc:sldMasterChg>
      <pc:sldMasterChg chg="modSp modSldLayout">
        <pc:chgData name="Fei Yao" userId="0f76fc2f-86db-4f00-832a-b92dc6cb86c5" providerId="ADAL" clId="{3542449D-0F28-5F63-A95F-E350D95EFEF5}" dt="2026-01-17T17:22:55.301" v="306"/>
        <pc:sldMasterMkLst>
          <pc:docMk/>
          <pc:sldMasterMk cId="4084635865" sldId="2147483672"/>
        </pc:sldMasterMkLst>
        <pc:spChg chg="mod">
          <ac:chgData name="Fei Yao" userId="0f76fc2f-86db-4f00-832a-b92dc6cb86c5" providerId="ADAL" clId="{3542449D-0F28-5F63-A95F-E350D95EFEF5}" dt="2026-01-17T17:22:55.301" v="306"/>
          <ac:spMkLst>
            <pc:docMk/>
            <pc:sldMasterMk cId="4084635865" sldId="2147483672"/>
            <ac:spMk id="2" creationId="{00000000-0000-0000-0000-000000000000}"/>
          </ac:spMkLst>
        </pc:spChg>
        <pc:spChg chg="mod">
          <ac:chgData name="Fei Yao" userId="0f76fc2f-86db-4f00-832a-b92dc6cb86c5" providerId="ADAL" clId="{3542449D-0F28-5F63-A95F-E350D95EFEF5}" dt="2026-01-17T17:22:55.301" v="306"/>
          <ac:spMkLst>
            <pc:docMk/>
            <pc:sldMasterMk cId="4084635865" sldId="2147483672"/>
            <ac:spMk id="3" creationId="{00000000-0000-0000-0000-000000000000}"/>
          </ac:spMkLst>
        </pc:spChg>
        <pc:spChg chg="mod">
          <ac:chgData name="Fei Yao" userId="0f76fc2f-86db-4f00-832a-b92dc6cb86c5" providerId="ADAL" clId="{3542449D-0F28-5F63-A95F-E350D95EFEF5}" dt="2026-01-17T17:22:55.301" v="306"/>
          <ac:spMkLst>
            <pc:docMk/>
            <pc:sldMasterMk cId="4084635865" sldId="2147483672"/>
            <ac:spMk id="4" creationId="{00000000-0000-0000-0000-000000000000}"/>
          </ac:spMkLst>
        </pc:spChg>
        <pc:spChg chg="mod">
          <ac:chgData name="Fei Yao" userId="0f76fc2f-86db-4f00-832a-b92dc6cb86c5" providerId="ADAL" clId="{3542449D-0F28-5F63-A95F-E350D95EFEF5}" dt="2026-01-17T17:22:55.301" v="306"/>
          <ac:spMkLst>
            <pc:docMk/>
            <pc:sldMasterMk cId="4084635865" sldId="2147483672"/>
            <ac:spMk id="5" creationId="{00000000-0000-0000-0000-000000000000}"/>
          </ac:spMkLst>
        </pc:spChg>
        <pc:spChg chg="mod">
          <ac:chgData name="Fei Yao" userId="0f76fc2f-86db-4f00-832a-b92dc6cb86c5" providerId="ADAL" clId="{3542449D-0F28-5F63-A95F-E350D95EFEF5}" dt="2026-01-17T17:22:55.301" v="306"/>
          <ac:spMkLst>
            <pc:docMk/>
            <pc:sldMasterMk cId="4084635865" sldId="2147483672"/>
            <ac:spMk id="6" creationId="{00000000-0000-0000-0000-000000000000}"/>
          </ac:spMkLst>
        </pc:spChg>
        <pc:sldLayoutChg chg="modSp">
          <pc:chgData name="Fei Yao" userId="0f76fc2f-86db-4f00-832a-b92dc6cb86c5" providerId="ADAL" clId="{3542449D-0F28-5F63-A95F-E350D95EFEF5}" dt="2026-01-17T17:22:55.301" v="306"/>
          <pc:sldLayoutMkLst>
            <pc:docMk/>
            <pc:sldMasterMk cId="4084635865" sldId="2147483672"/>
            <pc:sldLayoutMk cId="501031944" sldId="2147483673"/>
          </pc:sldLayoutMkLst>
          <pc:spChg chg="mod">
            <ac:chgData name="Fei Yao" userId="0f76fc2f-86db-4f00-832a-b92dc6cb86c5" providerId="ADAL" clId="{3542449D-0F28-5F63-A95F-E350D95EFEF5}" dt="2026-01-17T17:22:55.301" v="306"/>
            <ac:spMkLst>
              <pc:docMk/>
              <pc:sldMasterMk cId="4084635865" sldId="2147483672"/>
              <pc:sldLayoutMk cId="501031944" sldId="2147483673"/>
              <ac:spMk id="2" creationId="{00000000-0000-0000-0000-000000000000}"/>
            </ac:spMkLst>
          </pc:spChg>
          <pc:spChg chg="mod">
            <ac:chgData name="Fei Yao" userId="0f76fc2f-86db-4f00-832a-b92dc6cb86c5" providerId="ADAL" clId="{3542449D-0F28-5F63-A95F-E350D95EFEF5}" dt="2026-01-17T17:22:55.301" v="306"/>
            <ac:spMkLst>
              <pc:docMk/>
              <pc:sldMasterMk cId="4084635865" sldId="2147483672"/>
              <pc:sldLayoutMk cId="501031944" sldId="2147483673"/>
              <ac:spMk id="3" creationId="{00000000-0000-0000-0000-000000000000}"/>
            </ac:spMkLst>
          </pc:spChg>
        </pc:sldLayoutChg>
        <pc:sldLayoutChg chg="modSp">
          <pc:chgData name="Fei Yao" userId="0f76fc2f-86db-4f00-832a-b92dc6cb86c5" providerId="ADAL" clId="{3542449D-0F28-5F63-A95F-E350D95EFEF5}" dt="2026-01-17T17:22:55.301" v="306"/>
          <pc:sldLayoutMkLst>
            <pc:docMk/>
            <pc:sldMasterMk cId="4084635865" sldId="2147483672"/>
            <pc:sldLayoutMk cId="1718565823" sldId="2147483675"/>
          </pc:sldLayoutMkLst>
          <pc:spChg chg="mod">
            <ac:chgData name="Fei Yao" userId="0f76fc2f-86db-4f00-832a-b92dc6cb86c5" providerId="ADAL" clId="{3542449D-0F28-5F63-A95F-E350D95EFEF5}" dt="2026-01-17T17:22:55.301" v="306"/>
            <ac:spMkLst>
              <pc:docMk/>
              <pc:sldMasterMk cId="4084635865" sldId="2147483672"/>
              <pc:sldLayoutMk cId="1718565823" sldId="2147483675"/>
              <ac:spMk id="2" creationId="{00000000-0000-0000-0000-000000000000}"/>
            </ac:spMkLst>
          </pc:spChg>
          <pc:spChg chg="mod">
            <ac:chgData name="Fei Yao" userId="0f76fc2f-86db-4f00-832a-b92dc6cb86c5" providerId="ADAL" clId="{3542449D-0F28-5F63-A95F-E350D95EFEF5}" dt="2026-01-17T17:22:55.301" v="306"/>
            <ac:spMkLst>
              <pc:docMk/>
              <pc:sldMasterMk cId="4084635865" sldId="2147483672"/>
              <pc:sldLayoutMk cId="1718565823" sldId="2147483675"/>
              <ac:spMk id="3" creationId="{00000000-0000-0000-0000-000000000000}"/>
            </ac:spMkLst>
          </pc:spChg>
        </pc:sldLayoutChg>
        <pc:sldLayoutChg chg="modSp">
          <pc:chgData name="Fei Yao" userId="0f76fc2f-86db-4f00-832a-b92dc6cb86c5" providerId="ADAL" clId="{3542449D-0F28-5F63-A95F-E350D95EFEF5}" dt="2026-01-17T17:22:55.301" v="306"/>
          <pc:sldLayoutMkLst>
            <pc:docMk/>
            <pc:sldMasterMk cId="4084635865" sldId="2147483672"/>
            <pc:sldLayoutMk cId="3330536153" sldId="2147483676"/>
          </pc:sldLayoutMkLst>
          <pc:spChg chg="mod">
            <ac:chgData name="Fei Yao" userId="0f76fc2f-86db-4f00-832a-b92dc6cb86c5" providerId="ADAL" clId="{3542449D-0F28-5F63-A95F-E350D95EFEF5}" dt="2026-01-17T17:22:55.301" v="306"/>
            <ac:spMkLst>
              <pc:docMk/>
              <pc:sldMasterMk cId="4084635865" sldId="2147483672"/>
              <pc:sldLayoutMk cId="3330536153" sldId="2147483676"/>
              <ac:spMk id="3" creationId="{00000000-0000-0000-0000-000000000000}"/>
            </ac:spMkLst>
          </pc:spChg>
          <pc:spChg chg="mod">
            <ac:chgData name="Fei Yao" userId="0f76fc2f-86db-4f00-832a-b92dc6cb86c5" providerId="ADAL" clId="{3542449D-0F28-5F63-A95F-E350D95EFEF5}" dt="2026-01-17T17:22:55.301" v="306"/>
            <ac:spMkLst>
              <pc:docMk/>
              <pc:sldMasterMk cId="4084635865" sldId="2147483672"/>
              <pc:sldLayoutMk cId="3330536153" sldId="2147483676"/>
              <ac:spMk id="4" creationId="{00000000-0000-0000-0000-000000000000}"/>
            </ac:spMkLst>
          </pc:spChg>
        </pc:sldLayoutChg>
        <pc:sldLayoutChg chg="modSp">
          <pc:chgData name="Fei Yao" userId="0f76fc2f-86db-4f00-832a-b92dc6cb86c5" providerId="ADAL" clId="{3542449D-0F28-5F63-A95F-E350D95EFEF5}" dt="2026-01-17T17:22:55.301" v="306"/>
          <pc:sldLayoutMkLst>
            <pc:docMk/>
            <pc:sldMasterMk cId="4084635865" sldId="2147483672"/>
            <pc:sldLayoutMk cId="2854878244" sldId="2147483677"/>
          </pc:sldLayoutMkLst>
          <pc:spChg chg="mod">
            <ac:chgData name="Fei Yao" userId="0f76fc2f-86db-4f00-832a-b92dc6cb86c5" providerId="ADAL" clId="{3542449D-0F28-5F63-A95F-E350D95EFEF5}" dt="2026-01-17T17:22:55.301" v="306"/>
            <ac:spMkLst>
              <pc:docMk/>
              <pc:sldMasterMk cId="4084635865" sldId="2147483672"/>
              <pc:sldLayoutMk cId="2854878244" sldId="2147483677"/>
              <ac:spMk id="2" creationId="{00000000-0000-0000-0000-000000000000}"/>
            </ac:spMkLst>
          </pc:spChg>
          <pc:spChg chg="mod">
            <ac:chgData name="Fei Yao" userId="0f76fc2f-86db-4f00-832a-b92dc6cb86c5" providerId="ADAL" clId="{3542449D-0F28-5F63-A95F-E350D95EFEF5}" dt="2026-01-17T17:22:55.301" v="306"/>
            <ac:spMkLst>
              <pc:docMk/>
              <pc:sldMasterMk cId="4084635865" sldId="2147483672"/>
              <pc:sldLayoutMk cId="2854878244" sldId="2147483677"/>
              <ac:spMk id="3" creationId="{00000000-0000-0000-0000-000000000000}"/>
            </ac:spMkLst>
          </pc:spChg>
          <pc:spChg chg="mod">
            <ac:chgData name="Fei Yao" userId="0f76fc2f-86db-4f00-832a-b92dc6cb86c5" providerId="ADAL" clId="{3542449D-0F28-5F63-A95F-E350D95EFEF5}" dt="2026-01-17T17:22:55.301" v="306"/>
            <ac:spMkLst>
              <pc:docMk/>
              <pc:sldMasterMk cId="4084635865" sldId="2147483672"/>
              <pc:sldLayoutMk cId="2854878244" sldId="2147483677"/>
              <ac:spMk id="4" creationId="{00000000-0000-0000-0000-000000000000}"/>
            </ac:spMkLst>
          </pc:spChg>
          <pc:spChg chg="mod">
            <ac:chgData name="Fei Yao" userId="0f76fc2f-86db-4f00-832a-b92dc6cb86c5" providerId="ADAL" clId="{3542449D-0F28-5F63-A95F-E350D95EFEF5}" dt="2026-01-17T17:22:55.301" v="306"/>
            <ac:spMkLst>
              <pc:docMk/>
              <pc:sldMasterMk cId="4084635865" sldId="2147483672"/>
              <pc:sldLayoutMk cId="2854878244" sldId="2147483677"/>
              <ac:spMk id="5" creationId="{00000000-0000-0000-0000-000000000000}"/>
            </ac:spMkLst>
          </pc:spChg>
          <pc:spChg chg="mod">
            <ac:chgData name="Fei Yao" userId="0f76fc2f-86db-4f00-832a-b92dc6cb86c5" providerId="ADAL" clId="{3542449D-0F28-5F63-A95F-E350D95EFEF5}" dt="2026-01-17T17:22:55.301" v="306"/>
            <ac:spMkLst>
              <pc:docMk/>
              <pc:sldMasterMk cId="4084635865" sldId="2147483672"/>
              <pc:sldLayoutMk cId="2854878244" sldId="2147483677"/>
              <ac:spMk id="6" creationId="{00000000-0000-0000-0000-000000000000}"/>
            </ac:spMkLst>
          </pc:spChg>
        </pc:sldLayoutChg>
        <pc:sldLayoutChg chg="modSp">
          <pc:chgData name="Fei Yao" userId="0f76fc2f-86db-4f00-832a-b92dc6cb86c5" providerId="ADAL" clId="{3542449D-0F28-5F63-A95F-E350D95EFEF5}" dt="2026-01-17T17:22:55.301" v="306"/>
          <pc:sldLayoutMkLst>
            <pc:docMk/>
            <pc:sldMasterMk cId="4084635865" sldId="2147483672"/>
            <pc:sldLayoutMk cId="551084962" sldId="2147483680"/>
          </pc:sldLayoutMkLst>
          <pc:spChg chg="mod">
            <ac:chgData name="Fei Yao" userId="0f76fc2f-86db-4f00-832a-b92dc6cb86c5" providerId="ADAL" clId="{3542449D-0F28-5F63-A95F-E350D95EFEF5}" dt="2026-01-17T17:22:55.301" v="306"/>
            <ac:spMkLst>
              <pc:docMk/>
              <pc:sldMasterMk cId="4084635865" sldId="2147483672"/>
              <pc:sldLayoutMk cId="551084962" sldId="2147483680"/>
              <ac:spMk id="2" creationId="{00000000-0000-0000-0000-000000000000}"/>
            </ac:spMkLst>
          </pc:spChg>
          <pc:spChg chg="mod">
            <ac:chgData name="Fei Yao" userId="0f76fc2f-86db-4f00-832a-b92dc6cb86c5" providerId="ADAL" clId="{3542449D-0F28-5F63-A95F-E350D95EFEF5}" dt="2026-01-17T17:22:55.301" v="306"/>
            <ac:spMkLst>
              <pc:docMk/>
              <pc:sldMasterMk cId="4084635865" sldId="2147483672"/>
              <pc:sldLayoutMk cId="551084962" sldId="2147483680"/>
              <ac:spMk id="3" creationId="{00000000-0000-0000-0000-000000000000}"/>
            </ac:spMkLst>
          </pc:spChg>
          <pc:spChg chg="mod">
            <ac:chgData name="Fei Yao" userId="0f76fc2f-86db-4f00-832a-b92dc6cb86c5" providerId="ADAL" clId="{3542449D-0F28-5F63-A95F-E350D95EFEF5}" dt="2026-01-17T17:22:55.301" v="306"/>
            <ac:spMkLst>
              <pc:docMk/>
              <pc:sldMasterMk cId="4084635865" sldId="2147483672"/>
              <pc:sldLayoutMk cId="551084962" sldId="2147483680"/>
              <ac:spMk id="4" creationId="{00000000-0000-0000-0000-000000000000}"/>
            </ac:spMkLst>
          </pc:spChg>
        </pc:sldLayoutChg>
        <pc:sldLayoutChg chg="modSp">
          <pc:chgData name="Fei Yao" userId="0f76fc2f-86db-4f00-832a-b92dc6cb86c5" providerId="ADAL" clId="{3542449D-0F28-5F63-A95F-E350D95EFEF5}" dt="2026-01-17T17:22:55.301" v="306"/>
          <pc:sldLayoutMkLst>
            <pc:docMk/>
            <pc:sldMasterMk cId="4084635865" sldId="2147483672"/>
            <pc:sldLayoutMk cId="2993806931" sldId="2147483681"/>
          </pc:sldLayoutMkLst>
          <pc:spChg chg="mod">
            <ac:chgData name="Fei Yao" userId="0f76fc2f-86db-4f00-832a-b92dc6cb86c5" providerId="ADAL" clId="{3542449D-0F28-5F63-A95F-E350D95EFEF5}" dt="2026-01-17T17:22:55.301" v="306"/>
            <ac:spMkLst>
              <pc:docMk/>
              <pc:sldMasterMk cId="4084635865" sldId="2147483672"/>
              <pc:sldLayoutMk cId="2993806931" sldId="2147483681"/>
              <ac:spMk id="2" creationId="{00000000-0000-0000-0000-000000000000}"/>
            </ac:spMkLst>
          </pc:spChg>
          <pc:spChg chg="mod">
            <ac:chgData name="Fei Yao" userId="0f76fc2f-86db-4f00-832a-b92dc6cb86c5" providerId="ADAL" clId="{3542449D-0F28-5F63-A95F-E350D95EFEF5}" dt="2026-01-17T17:22:55.301" v="306"/>
            <ac:spMkLst>
              <pc:docMk/>
              <pc:sldMasterMk cId="4084635865" sldId="2147483672"/>
              <pc:sldLayoutMk cId="2993806931" sldId="2147483681"/>
              <ac:spMk id="3" creationId="{00000000-0000-0000-0000-000000000000}"/>
            </ac:spMkLst>
          </pc:spChg>
          <pc:spChg chg="mod">
            <ac:chgData name="Fei Yao" userId="0f76fc2f-86db-4f00-832a-b92dc6cb86c5" providerId="ADAL" clId="{3542449D-0F28-5F63-A95F-E350D95EFEF5}" dt="2026-01-17T17:22:55.301" v="306"/>
            <ac:spMkLst>
              <pc:docMk/>
              <pc:sldMasterMk cId="4084635865" sldId="2147483672"/>
              <pc:sldLayoutMk cId="2993806931" sldId="2147483681"/>
              <ac:spMk id="4" creationId="{00000000-0000-0000-0000-000000000000}"/>
            </ac:spMkLst>
          </pc:spChg>
        </pc:sldLayoutChg>
        <pc:sldLayoutChg chg="modSp">
          <pc:chgData name="Fei Yao" userId="0f76fc2f-86db-4f00-832a-b92dc6cb86c5" providerId="ADAL" clId="{3542449D-0F28-5F63-A95F-E350D95EFEF5}" dt="2026-01-17T17:22:55.301" v="306"/>
          <pc:sldLayoutMkLst>
            <pc:docMk/>
            <pc:sldMasterMk cId="4084635865" sldId="2147483672"/>
            <pc:sldLayoutMk cId="2916759855" sldId="2147483683"/>
          </pc:sldLayoutMkLst>
          <pc:spChg chg="mod">
            <ac:chgData name="Fei Yao" userId="0f76fc2f-86db-4f00-832a-b92dc6cb86c5" providerId="ADAL" clId="{3542449D-0F28-5F63-A95F-E350D95EFEF5}" dt="2026-01-17T17:22:55.301" v="306"/>
            <ac:spMkLst>
              <pc:docMk/>
              <pc:sldMasterMk cId="4084635865" sldId="2147483672"/>
              <pc:sldLayoutMk cId="2916759855" sldId="2147483683"/>
              <ac:spMk id="2" creationId="{00000000-0000-0000-0000-000000000000}"/>
            </ac:spMkLst>
          </pc:spChg>
          <pc:spChg chg="mod">
            <ac:chgData name="Fei Yao" userId="0f76fc2f-86db-4f00-832a-b92dc6cb86c5" providerId="ADAL" clId="{3542449D-0F28-5F63-A95F-E350D95EFEF5}" dt="2026-01-17T17:22:55.301" v="306"/>
            <ac:spMkLst>
              <pc:docMk/>
              <pc:sldMasterMk cId="4084635865" sldId="2147483672"/>
              <pc:sldLayoutMk cId="2916759855" sldId="2147483683"/>
              <ac:spMk id="3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5B012D-04D8-C041-B97B-CC7FDEBE0565}" type="datetimeFigureOut">
              <a:rPr lang="en-US" smtClean="0"/>
              <a:t>1/17/26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31763" y="1143000"/>
            <a:ext cx="7121526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9B4479-930F-D943-BE6F-06881171EE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3654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31763" y="1143000"/>
            <a:ext cx="7121526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9B4479-930F-D943-BE6F-06881171EE9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6877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46386" y="706933"/>
            <a:ext cx="7478316" cy="1503857"/>
          </a:xfrm>
        </p:spPr>
        <p:txBody>
          <a:bodyPr anchor="b"/>
          <a:lstStyle>
            <a:lvl1pPr algn="ctr">
              <a:defRPr sz="377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46386" y="2268784"/>
            <a:ext cx="7478316" cy="1042900"/>
          </a:xfrm>
        </p:spPr>
        <p:txBody>
          <a:bodyPr/>
          <a:lstStyle>
            <a:lvl1pPr marL="0" indent="0" algn="ctr">
              <a:buNone/>
              <a:defRPr sz="1512"/>
            </a:lvl1pPr>
            <a:lvl2pPr marL="287990" indent="0" algn="ctr">
              <a:buNone/>
              <a:defRPr sz="1260"/>
            </a:lvl2pPr>
            <a:lvl3pPr marL="575981" indent="0" algn="ctr">
              <a:buNone/>
              <a:defRPr sz="1134"/>
            </a:lvl3pPr>
            <a:lvl4pPr marL="863971" indent="0" algn="ctr">
              <a:buNone/>
              <a:defRPr sz="1008"/>
            </a:lvl4pPr>
            <a:lvl5pPr marL="1151961" indent="0" algn="ctr">
              <a:buNone/>
              <a:defRPr sz="1008"/>
            </a:lvl5pPr>
            <a:lvl6pPr marL="1439951" indent="0" algn="ctr">
              <a:buNone/>
              <a:defRPr sz="1008"/>
            </a:lvl6pPr>
            <a:lvl7pPr marL="1727942" indent="0" algn="ctr">
              <a:buNone/>
              <a:defRPr sz="1008"/>
            </a:lvl7pPr>
            <a:lvl8pPr marL="2015932" indent="0" algn="ctr">
              <a:buNone/>
              <a:defRPr sz="1008"/>
            </a:lvl8pPr>
            <a:lvl9pPr marL="2303922" indent="0" algn="ctr">
              <a:buNone/>
              <a:defRPr sz="1008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87F3C-6FA4-D54F-AEDE-BC3ADE73DCD6}" type="datetimeFigureOut">
              <a:rPr lang="en-US" smtClean="0"/>
              <a:t>1/17/26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19C3D-E51B-AD41-B9B4-9AE70363A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498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87F3C-6FA4-D54F-AEDE-BC3ADE73DCD6}" type="datetimeFigureOut">
              <a:rPr lang="en-US" smtClean="0"/>
              <a:t>1/17/26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19C3D-E51B-AD41-B9B4-9AE70363A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399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1076898"/>
            <a:ext cx="8600063" cy="1796828"/>
          </a:xfrm>
        </p:spPr>
        <p:txBody>
          <a:bodyPr anchor="b"/>
          <a:lstStyle>
            <a:lvl1pPr>
              <a:defRPr sz="377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19" y="2890725"/>
            <a:ext cx="8600063" cy="944910"/>
          </a:xfrm>
        </p:spPr>
        <p:txBody>
          <a:bodyPr/>
          <a:lstStyle>
            <a:lvl1pPr marL="0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1pPr>
            <a:lvl2pPr marL="28799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2pPr>
            <a:lvl3pPr marL="575981" indent="0">
              <a:buNone/>
              <a:defRPr sz="1134">
                <a:solidFill>
                  <a:schemeClr val="tx1">
                    <a:tint val="82000"/>
                  </a:schemeClr>
                </a:solidFill>
              </a:defRPr>
            </a:lvl3pPr>
            <a:lvl4pPr marL="863971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4pPr>
            <a:lvl5pPr marL="1151961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5pPr>
            <a:lvl6pPr marL="1439951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6pPr>
            <a:lvl7pPr marL="1727942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7pPr>
            <a:lvl8pPr marL="2015932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8pPr>
            <a:lvl9pPr marL="2303922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87F3C-6FA4-D54F-AEDE-BC3ADE73DCD6}" type="datetimeFigureOut">
              <a:rPr lang="en-US" smtClean="0"/>
              <a:t>1/17/26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19C3D-E51B-AD41-B9B4-9AE70363A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62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513" y="1149890"/>
            <a:ext cx="4237712" cy="274073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47864" y="1149890"/>
            <a:ext cx="4237712" cy="274073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87F3C-6FA4-D54F-AEDE-BC3ADE73DCD6}" type="datetimeFigureOut">
              <a:rPr lang="en-US" smtClean="0"/>
              <a:t>1/17/26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19C3D-E51B-AD41-B9B4-9AE70363A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699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811" y="229978"/>
            <a:ext cx="8600063" cy="83492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812" y="1058899"/>
            <a:ext cx="4218237" cy="518950"/>
          </a:xfrm>
        </p:spPr>
        <p:txBody>
          <a:bodyPr anchor="b"/>
          <a:lstStyle>
            <a:lvl1pPr marL="0" indent="0">
              <a:buNone/>
              <a:defRPr sz="1512" b="1"/>
            </a:lvl1pPr>
            <a:lvl2pPr marL="287990" indent="0">
              <a:buNone/>
              <a:defRPr sz="1260" b="1"/>
            </a:lvl2pPr>
            <a:lvl3pPr marL="575981" indent="0">
              <a:buNone/>
              <a:defRPr sz="1134" b="1"/>
            </a:lvl3pPr>
            <a:lvl4pPr marL="863971" indent="0">
              <a:buNone/>
              <a:defRPr sz="1008" b="1"/>
            </a:lvl4pPr>
            <a:lvl5pPr marL="1151961" indent="0">
              <a:buNone/>
              <a:defRPr sz="1008" b="1"/>
            </a:lvl5pPr>
            <a:lvl6pPr marL="1439951" indent="0">
              <a:buNone/>
              <a:defRPr sz="1008" b="1"/>
            </a:lvl6pPr>
            <a:lvl7pPr marL="1727942" indent="0">
              <a:buNone/>
              <a:defRPr sz="1008" b="1"/>
            </a:lvl7pPr>
            <a:lvl8pPr marL="2015932" indent="0">
              <a:buNone/>
              <a:defRPr sz="1008" b="1"/>
            </a:lvl8pPr>
            <a:lvl9pPr marL="2303922" indent="0">
              <a:buNone/>
              <a:defRPr sz="1008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6812" y="1577849"/>
            <a:ext cx="4218237" cy="23207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47863" y="1058899"/>
            <a:ext cx="4239011" cy="518950"/>
          </a:xfrm>
        </p:spPr>
        <p:txBody>
          <a:bodyPr anchor="b"/>
          <a:lstStyle>
            <a:lvl1pPr marL="0" indent="0">
              <a:buNone/>
              <a:defRPr sz="1512" b="1"/>
            </a:lvl1pPr>
            <a:lvl2pPr marL="287990" indent="0">
              <a:buNone/>
              <a:defRPr sz="1260" b="1"/>
            </a:lvl2pPr>
            <a:lvl3pPr marL="575981" indent="0">
              <a:buNone/>
              <a:defRPr sz="1134" b="1"/>
            </a:lvl3pPr>
            <a:lvl4pPr marL="863971" indent="0">
              <a:buNone/>
              <a:defRPr sz="1008" b="1"/>
            </a:lvl4pPr>
            <a:lvl5pPr marL="1151961" indent="0">
              <a:buNone/>
              <a:defRPr sz="1008" b="1"/>
            </a:lvl5pPr>
            <a:lvl6pPr marL="1439951" indent="0">
              <a:buNone/>
              <a:defRPr sz="1008" b="1"/>
            </a:lvl6pPr>
            <a:lvl7pPr marL="1727942" indent="0">
              <a:buNone/>
              <a:defRPr sz="1008" b="1"/>
            </a:lvl7pPr>
            <a:lvl8pPr marL="2015932" indent="0">
              <a:buNone/>
              <a:defRPr sz="1008" b="1"/>
            </a:lvl8pPr>
            <a:lvl9pPr marL="2303922" indent="0">
              <a:buNone/>
              <a:defRPr sz="1008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47863" y="1577849"/>
            <a:ext cx="4239011" cy="23207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87F3C-6FA4-D54F-AEDE-BC3ADE73DCD6}" type="datetimeFigureOut">
              <a:rPr lang="en-US" smtClean="0"/>
              <a:t>1/17/26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19C3D-E51B-AD41-B9B4-9AE70363A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886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87F3C-6FA4-D54F-AEDE-BC3ADE73DCD6}" type="datetimeFigureOut">
              <a:rPr lang="en-US" smtClean="0"/>
              <a:t>1/17/26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19C3D-E51B-AD41-B9B4-9AE70363A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4095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87F3C-6FA4-D54F-AEDE-BC3ADE73DCD6}" type="datetimeFigureOut">
              <a:rPr lang="en-US" smtClean="0"/>
              <a:t>1/17/26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19C3D-E51B-AD41-B9B4-9AE70363A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358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812" y="287972"/>
            <a:ext cx="3215935" cy="1007904"/>
          </a:xfrm>
        </p:spPr>
        <p:txBody>
          <a:bodyPr anchor="b"/>
          <a:lstStyle>
            <a:lvl1pPr>
              <a:defRPr sz="2016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39011" y="621941"/>
            <a:ext cx="5047863" cy="3069707"/>
          </a:xfrm>
        </p:spPr>
        <p:txBody>
          <a:bodyPr/>
          <a:lstStyle>
            <a:lvl1pPr>
              <a:defRPr sz="2016"/>
            </a:lvl1pPr>
            <a:lvl2pPr>
              <a:defRPr sz="1764"/>
            </a:lvl2pPr>
            <a:lvl3pPr>
              <a:defRPr sz="1512"/>
            </a:lvl3pPr>
            <a:lvl4pPr>
              <a:defRPr sz="1260"/>
            </a:lvl4pPr>
            <a:lvl5pPr>
              <a:defRPr sz="1260"/>
            </a:lvl5pPr>
            <a:lvl6pPr>
              <a:defRPr sz="1260"/>
            </a:lvl6pPr>
            <a:lvl7pPr>
              <a:defRPr sz="1260"/>
            </a:lvl7pPr>
            <a:lvl8pPr>
              <a:defRPr sz="1260"/>
            </a:lvl8pPr>
            <a:lvl9pPr>
              <a:defRPr sz="126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6812" y="1295877"/>
            <a:ext cx="3215935" cy="2400771"/>
          </a:xfrm>
        </p:spPr>
        <p:txBody>
          <a:bodyPr/>
          <a:lstStyle>
            <a:lvl1pPr marL="0" indent="0">
              <a:buNone/>
              <a:defRPr sz="1008"/>
            </a:lvl1pPr>
            <a:lvl2pPr marL="287990" indent="0">
              <a:buNone/>
              <a:defRPr sz="882"/>
            </a:lvl2pPr>
            <a:lvl3pPr marL="575981" indent="0">
              <a:buNone/>
              <a:defRPr sz="756"/>
            </a:lvl3pPr>
            <a:lvl4pPr marL="863971" indent="0">
              <a:buNone/>
              <a:defRPr sz="630"/>
            </a:lvl4pPr>
            <a:lvl5pPr marL="1151961" indent="0">
              <a:buNone/>
              <a:defRPr sz="630"/>
            </a:lvl5pPr>
            <a:lvl6pPr marL="1439951" indent="0">
              <a:buNone/>
              <a:defRPr sz="630"/>
            </a:lvl6pPr>
            <a:lvl7pPr marL="1727942" indent="0">
              <a:buNone/>
              <a:defRPr sz="630"/>
            </a:lvl7pPr>
            <a:lvl8pPr marL="2015932" indent="0">
              <a:buNone/>
              <a:defRPr sz="630"/>
            </a:lvl8pPr>
            <a:lvl9pPr marL="2303922" indent="0">
              <a:buNone/>
              <a:defRPr sz="63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87F3C-6FA4-D54F-AEDE-BC3ADE73DCD6}" type="datetimeFigureOut">
              <a:rPr lang="en-US" smtClean="0"/>
              <a:t>1/17/26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19C3D-E51B-AD41-B9B4-9AE70363A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89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812" y="287972"/>
            <a:ext cx="3215935" cy="1007904"/>
          </a:xfrm>
        </p:spPr>
        <p:txBody>
          <a:bodyPr anchor="b"/>
          <a:lstStyle>
            <a:lvl1pPr>
              <a:defRPr sz="2016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39011" y="621941"/>
            <a:ext cx="5047863" cy="3069707"/>
          </a:xfrm>
        </p:spPr>
        <p:txBody>
          <a:bodyPr anchor="t"/>
          <a:lstStyle>
            <a:lvl1pPr marL="0" indent="0">
              <a:buNone/>
              <a:defRPr sz="2016"/>
            </a:lvl1pPr>
            <a:lvl2pPr marL="287990" indent="0">
              <a:buNone/>
              <a:defRPr sz="1764"/>
            </a:lvl2pPr>
            <a:lvl3pPr marL="575981" indent="0">
              <a:buNone/>
              <a:defRPr sz="1512"/>
            </a:lvl3pPr>
            <a:lvl4pPr marL="863971" indent="0">
              <a:buNone/>
              <a:defRPr sz="1260"/>
            </a:lvl4pPr>
            <a:lvl5pPr marL="1151961" indent="0">
              <a:buNone/>
              <a:defRPr sz="1260"/>
            </a:lvl5pPr>
            <a:lvl6pPr marL="1439951" indent="0">
              <a:buNone/>
              <a:defRPr sz="1260"/>
            </a:lvl6pPr>
            <a:lvl7pPr marL="1727942" indent="0">
              <a:buNone/>
              <a:defRPr sz="1260"/>
            </a:lvl7pPr>
            <a:lvl8pPr marL="2015932" indent="0">
              <a:buNone/>
              <a:defRPr sz="1260"/>
            </a:lvl8pPr>
            <a:lvl9pPr marL="2303922" indent="0">
              <a:buNone/>
              <a:defRPr sz="126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6812" y="1295877"/>
            <a:ext cx="3215935" cy="2400771"/>
          </a:xfrm>
        </p:spPr>
        <p:txBody>
          <a:bodyPr/>
          <a:lstStyle>
            <a:lvl1pPr marL="0" indent="0">
              <a:buNone/>
              <a:defRPr sz="1008"/>
            </a:lvl1pPr>
            <a:lvl2pPr marL="287990" indent="0">
              <a:buNone/>
              <a:defRPr sz="882"/>
            </a:lvl2pPr>
            <a:lvl3pPr marL="575981" indent="0">
              <a:buNone/>
              <a:defRPr sz="756"/>
            </a:lvl3pPr>
            <a:lvl4pPr marL="863971" indent="0">
              <a:buNone/>
              <a:defRPr sz="630"/>
            </a:lvl4pPr>
            <a:lvl5pPr marL="1151961" indent="0">
              <a:buNone/>
              <a:defRPr sz="630"/>
            </a:lvl5pPr>
            <a:lvl6pPr marL="1439951" indent="0">
              <a:buNone/>
              <a:defRPr sz="630"/>
            </a:lvl6pPr>
            <a:lvl7pPr marL="1727942" indent="0">
              <a:buNone/>
              <a:defRPr sz="630"/>
            </a:lvl7pPr>
            <a:lvl8pPr marL="2015932" indent="0">
              <a:buNone/>
              <a:defRPr sz="630"/>
            </a:lvl8pPr>
            <a:lvl9pPr marL="2303922" indent="0">
              <a:buNone/>
              <a:defRPr sz="63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87F3C-6FA4-D54F-AEDE-BC3ADE73DCD6}" type="datetimeFigureOut">
              <a:rPr lang="en-US" smtClean="0"/>
              <a:t>1/17/26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19C3D-E51B-AD41-B9B4-9AE70363A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302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87F3C-6FA4-D54F-AEDE-BC3ADE73DCD6}" type="datetimeFigureOut">
              <a:rPr lang="en-US" smtClean="0"/>
              <a:t>1/17/26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19C3D-E51B-AD41-B9B4-9AE70363A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800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35560" y="229978"/>
            <a:ext cx="2150016" cy="366065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512" y="229978"/>
            <a:ext cx="6325409" cy="366065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87F3C-6FA4-D54F-AEDE-BC3ADE73DCD6}" type="datetimeFigureOut">
              <a:rPr lang="en-US" smtClean="0"/>
              <a:t>1/17/26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19C3D-E51B-AD41-B9B4-9AE70363A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839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513" y="229978"/>
            <a:ext cx="8600063" cy="834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513" y="1149890"/>
            <a:ext cx="8600063" cy="2740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512" y="4003618"/>
            <a:ext cx="2243495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C87F3C-6FA4-D54F-AEDE-BC3ADE73DCD6}" type="datetimeFigureOut">
              <a:rPr lang="en-US" smtClean="0"/>
              <a:t>1/17/26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02923" y="4003618"/>
            <a:ext cx="3365242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42081" y="4003618"/>
            <a:ext cx="2243495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919C3D-E51B-AD41-B9B4-9AE70363A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798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575981" rtl="0" eaLnBrk="1" latinLnBrk="0" hangingPunct="1">
        <a:lnSpc>
          <a:spcPct val="90000"/>
        </a:lnSpc>
        <a:spcBef>
          <a:spcPct val="0"/>
        </a:spcBef>
        <a:buNone/>
        <a:defRPr sz="277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3995" indent="-143995" algn="l" defTabSz="575981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764" kern="1200">
          <a:solidFill>
            <a:schemeClr val="tx1"/>
          </a:solidFill>
          <a:latin typeface="+mn-lt"/>
          <a:ea typeface="+mn-ea"/>
          <a:cs typeface="+mn-cs"/>
        </a:defRPr>
      </a:lvl1pPr>
      <a:lvl2pPr marL="431985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2pPr>
      <a:lvl3pPr marL="71997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3pPr>
      <a:lvl4pPr marL="100796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4pPr>
      <a:lvl5pPr marL="129595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5pPr>
      <a:lvl6pPr marL="158394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6pPr>
      <a:lvl7pPr marL="187193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7pPr>
      <a:lvl8pPr marL="215992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8pPr>
      <a:lvl9pPr marL="244791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1pPr>
      <a:lvl2pPr marL="287990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2pPr>
      <a:lvl3pPr marL="57598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3pPr>
      <a:lvl4pPr marL="86397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4pPr>
      <a:lvl5pPr marL="115196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5pPr>
      <a:lvl6pPr marL="143995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6pPr>
      <a:lvl7pPr marL="172794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7pPr>
      <a:lvl8pPr marL="201593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8pPr>
      <a:lvl9pPr marL="230392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1FC8F-DB26-8723-0EAA-008EEE910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2F437EA7-D324-F190-DCE8-BE1E67653815}"/>
              </a:ext>
            </a:extLst>
          </p:cNvPr>
          <p:cNvGrpSpPr/>
          <p:nvPr/>
        </p:nvGrpSpPr>
        <p:grpSpPr>
          <a:xfrm>
            <a:off x="5146246" y="81182"/>
            <a:ext cx="2219784" cy="4151852"/>
            <a:chOff x="5146246" y="725707"/>
            <a:chExt cx="2219784" cy="4151852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88C62F9-2CEB-C0F3-B96E-5F3B4EAD0CEE}"/>
                </a:ext>
              </a:extLst>
            </p:cNvPr>
            <p:cNvGrpSpPr/>
            <p:nvPr/>
          </p:nvGrpSpPr>
          <p:grpSpPr>
            <a:xfrm>
              <a:off x="5294532" y="1854991"/>
              <a:ext cx="1937388" cy="1907235"/>
              <a:chOff x="5294532" y="1854991"/>
              <a:chExt cx="1937388" cy="1907235"/>
            </a:xfrm>
          </p:grpSpPr>
          <p:pic>
            <p:nvPicPr>
              <p:cNvPr id="8" name="Picture 7" descr="A logo with a sun and blue text&#10;&#10;AI-generated content may be incorrect.">
                <a:extLst>
                  <a:ext uri="{FF2B5EF4-FFF2-40B4-BE49-F238E27FC236}">
                    <a16:creationId xmlns:a16="http://schemas.microsoft.com/office/drawing/2014/main" id="{B32B273F-412B-951C-3990-4859932A98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94532" y="2944490"/>
                <a:ext cx="1916661" cy="817736"/>
              </a:xfrm>
              <a:prstGeom prst="rect">
                <a:avLst/>
              </a:prstGeom>
            </p:spPr>
          </p:pic>
          <p:pic>
            <p:nvPicPr>
              <p:cNvPr id="13" name="Picture 12" descr="A close-up of a globe&#10;&#10;AI-generated content may be incorrect.">
                <a:extLst>
                  <a:ext uri="{FF2B5EF4-FFF2-40B4-BE49-F238E27FC236}">
                    <a16:creationId xmlns:a16="http://schemas.microsoft.com/office/drawing/2014/main" id="{DB022340-FA5F-8274-2888-F2D3B0059F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15259" y="1854991"/>
                <a:ext cx="1916661" cy="915738"/>
              </a:xfrm>
              <a:prstGeom prst="rect">
                <a:avLst/>
              </a:prstGeom>
            </p:spPr>
          </p:pic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16D4596-62A5-A759-A679-A3D22BDF1170}"/>
                </a:ext>
              </a:extLst>
            </p:cNvPr>
            <p:cNvSpPr txBox="1"/>
            <p:nvPr/>
          </p:nvSpPr>
          <p:spPr>
            <a:xfrm>
              <a:off x="5157331" y="725709"/>
              <a:ext cx="2208699" cy="52322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 defTabSz="373898"/>
              <a:r>
                <a:rPr lang="zh-CN" altLang="en-US" sz="1400" b="1" kern="0" dirty="0"/>
                <a:t>太阳能光伏发电模型</a:t>
              </a:r>
              <a:endParaRPr lang="en-GB" altLang="zh-CN" sz="1400" b="1" kern="0" dirty="0"/>
            </a:p>
            <a:p>
              <a:pPr algn="ctr" defTabSz="373898"/>
              <a:r>
                <a:rPr lang="zh-CN" altLang="en-US" sz="1400" b="1" kern="0" dirty="0"/>
                <a:t>健康效应评估模型</a:t>
              </a:r>
              <a:endParaRPr lang="en-GB" altLang="zh-CN" sz="1400" b="1" kern="0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35664C6-E0FE-BC81-7C5C-C8D9C0910AB3}"/>
                </a:ext>
              </a:extLst>
            </p:cNvPr>
            <p:cNvSpPr txBox="1"/>
            <p:nvPr/>
          </p:nvSpPr>
          <p:spPr>
            <a:xfrm>
              <a:off x="5146246" y="4354339"/>
              <a:ext cx="2208697" cy="52322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 defTabSz="373898"/>
              <a:r>
                <a:rPr lang="zh-CN" altLang="en-US" sz="1400" b="1" kern="0" dirty="0"/>
                <a:t>过早死亡人数</a:t>
              </a:r>
              <a:endParaRPr lang="en-GB" altLang="zh-CN" sz="1400" b="1" kern="0" dirty="0"/>
            </a:p>
            <a:p>
              <a:pPr algn="ctr" defTabSz="373898"/>
              <a:r>
                <a:rPr lang="zh-CN" altLang="en-GB" sz="1400" b="1" kern="0" dirty="0"/>
                <a:t>太阳能</a:t>
              </a:r>
              <a:r>
                <a:rPr lang="zh-CN" altLang="en-US" sz="1400" b="1" kern="0" dirty="0"/>
                <a:t>光伏发电损失</a:t>
              </a:r>
              <a:endParaRPr lang="en-GB" altLang="zh-CN" sz="1400" b="1" kern="0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A36BCB0-D7E3-69BC-4AE8-EFD622F01320}"/>
                </a:ext>
              </a:extLst>
            </p:cNvPr>
            <p:cNvSpPr/>
            <p:nvPr/>
          </p:nvSpPr>
          <p:spPr>
            <a:xfrm>
              <a:off x="5157331" y="725707"/>
              <a:ext cx="2208698" cy="4145044"/>
            </a:xfrm>
            <a:prstGeom prst="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72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5326A582-4F3E-06C1-BCB3-1DFB2A3DF881}"/>
              </a:ext>
            </a:extLst>
          </p:cNvPr>
          <p:cNvGrpSpPr/>
          <p:nvPr/>
        </p:nvGrpSpPr>
        <p:grpSpPr>
          <a:xfrm>
            <a:off x="2595460" y="81183"/>
            <a:ext cx="2208699" cy="4145043"/>
            <a:chOff x="3177533" y="596542"/>
            <a:chExt cx="2700654" cy="5068290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9D3CEABF-6961-F490-015B-5D8AFF6341B9}"/>
                </a:ext>
              </a:extLst>
            </p:cNvPr>
            <p:cNvGrpSpPr/>
            <p:nvPr/>
          </p:nvGrpSpPr>
          <p:grpSpPr>
            <a:xfrm>
              <a:off x="3356075" y="1348267"/>
              <a:ext cx="2343568" cy="3105645"/>
              <a:chOff x="3356075" y="1228019"/>
              <a:chExt cx="2343568" cy="3105645"/>
            </a:xfrm>
          </p:grpSpPr>
          <p:pic>
            <p:nvPicPr>
              <p:cNvPr id="4" name="Picture 3" descr="A blue and black text with a globe&#10;&#10;AI-generated content may be incorrect.">
                <a:extLst>
                  <a:ext uri="{FF2B5EF4-FFF2-40B4-BE49-F238E27FC236}">
                    <a16:creationId xmlns:a16="http://schemas.microsoft.com/office/drawing/2014/main" id="{F35CA529-8A04-4E51-DEF6-12424C670EA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56076" y="1228019"/>
                <a:ext cx="2343567" cy="2343567"/>
              </a:xfrm>
              <a:prstGeom prst="rect">
                <a:avLst/>
              </a:prstGeom>
            </p:spPr>
          </p:pic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937BAD0C-3847-C28D-B5A5-654DCDE61D19}"/>
                  </a:ext>
                </a:extLst>
              </p:cNvPr>
              <p:cNvGrpSpPr/>
              <p:nvPr/>
            </p:nvGrpSpPr>
            <p:grpSpPr>
              <a:xfrm>
                <a:off x="3356075" y="3329278"/>
                <a:ext cx="2343568" cy="1004386"/>
                <a:chOff x="5927988" y="3734953"/>
                <a:chExt cx="2343568" cy="1004386"/>
              </a:xfrm>
            </p:grpSpPr>
            <p:pic>
              <p:nvPicPr>
                <p:cNvPr id="26" name="Picture 25" descr="A close-up of a logo&#10;&#10;AI-generated content may be incorrect.">
                  <a:extLst>
                    <a:ext uri="{FF2B5EF4-FFF2-40B4-BE49-F238E27FC236}">
                      <a16:creationId xmlns:a16="http://schemas.microsoft.com/office/drawing/2014/main" id="{A37173C7-9FA0-DD14-7894-654208EC999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927988" y="3734953"/>
                  <a:ext cx="2343568" cy="1004386"/>
                </a:xfrm>
                <a:prstGeom prst="rect">
                  <a:avLst/>
                </a:prstGeom>
              </p:spPr>
            </p:pic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13DAE1D3-5DDB-00C7-EDAC-ACC3852BE914}"/>
                    </a:ext>
                  </a:extLst>
                </p:cNvPr>
                <p:cNvSpPr txBox="1"/>
                <p:nvPr/>
              </p:nvSpPr>
              <p:spPr>
                <a:xfrm>
                  <a:off x="7127310" y="3792228"/>
                  <a:ext cx="1144246" cy="389893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RRTMG</a:t>
                  </a:r>
                </a:p>
              </p:txBody>
            </p:sp>
          </p:grp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581067A-2D99-D1EC-6E7D-4C0702D8F943}"/>
                </a:ext>
              </a:extLst>
            </p:cNvPr>
            <p:cNvSpPr txBox="1"/>
            <p:nvPr/>
          </p:nvSpPr>
          <p:spPr>
            <a:xfrm>
              <a:off x="3177533" y="596543"/>
              <a:ext cx="2700654" cy="63976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 defTabSz="373898"/>
              <a:r>
                <a:rPr lang="zh-CN" altLang="en-GB" sz="1400" b="1" kern="0" dirty="0"/>
                <a:t>大气化学</a:t>
              </a:r>
              <a:r>
                <a:rPr lang="zh-CN" altLang="en-US" sz="1400" b="1" kern="0" dirty="0"/>
                <a:t>传输模型</a:t>
              </a:r>
              <a:endParaRPr lang="en-GB" altLang="zh-CN" sz="1400" b="1" kern="0" dirty="0"/>
            </a:p>
            <a:p>
              <a:pPr algn="ctr" defTabSz="373898"/>
              <a:r>
                <a:rPr lang="zh-CN" altLang="en-US" sz="1400" b="1" kern="0" dirty="0"/>
                <a:t>辐射传输模型</a:t>
              </a:r>
              <a:endParaRPr lang="en-GB" altLang="zh-CN" sz="1400" b="1" kern="0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A74D224-EE6A-02C6-DE69-55D1243903E5}"/>
                </a:ext>
              </a:extLst>
            </p:cNvPr>
            <p:cNvSpPr txBox="1"/>
            <p:nvPr/>
          </p:nvSpPr>
          <p:spPr>
            <a:xfrm>
              <a:off x="3177533" y="5018503"/>
              <a:ext cx="2700652" cy="639759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 defTabSz="373898"/>
              <a:r>
                <a:rPr lang="zh-CN" altLang="en-US" sz="1400" b="1" kern="0" dirty="0"/>
                <a:t>大气污染物浓度</a:t>
              </a:r>
              <a:endParaRPr lang="en-GB" altLang="zh-CN" sz="1400" b="1" kern="0" dirty="0"/>
            </a:p>
            <a:p>
              <a:pPr algn="ctr" defTabSz="373898"/>
              <a:r>
                <a:rPr lang="zh-CN" altLang="en-US" sz="1400" b="1" kern="0"/>
                <a:t>及其辐射</a:t>
              </a:r>
              <a:r>
                <a:rPr lang="zh-CN" altLang="en-US" sz="1400" b="1" kern="0" dirty="0"/>
                <a:t>效应</a:t>
              </a:r>
              <a:endParaRPr lang="en-GB" altLang="zh-CN" sz="1400" b="1" kern="0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09900F25-1999-5D9B-D4F4-6D5A7CD38D81}"/>
                </a:ext>
              </a:extLst>
            </p:cNvPr>
            <p:cNvSpPr/>
            <p:nvPr/>
          </p:nvSpPr>
          <p:spPr>
            <a:xfrm>
              <a:off x="3177533" y="596542"/>
              <a:ext cx="2700653" cy="5068290"/>
            </a:xfrm>
            <a:prstGeom prst="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72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0E8C558-6F1C-4035-8DCB-523A74430986}"/>
              </a:ext>
            </a:extLst>
          </p:cNvPr>
          <p:cNvGrpSpPr/>
          <p:nvPr/>
        </p:nvGrpSpPr>
        <p:grpSpPr>
          <a:xfrm>
            <a:off x="29463" y="81181"/>
            <a:ext cx="2218068" cy="4149216"/>
            <a:chOff x="29463" y="725706"/>
            <a:chExt cx="2218068" cy="4149216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93100638-5B02-B883-8B55-5B0B9E4B9A67}"/>
                </a:ext>
              </a:extLst>
            </p:cNvPr>
            <p:cNvGrpSpPr/>
            <p:nvPr/>
          </p:nvGrpSpPr>
          <p:grpSpPr>
            <a:xfrm>
              <a:off x="29463" y="1380982"/>
              <a:ext cx="2218068" cy="2838666"/>
              <a:chOff x="29463" y="1454430"/>
              <a:chExt cx="2218068" cy="2838666"/>
            </a:xfrm>
          </p:grpSpPr>
          <p:pic>
            <p:nvPicPr>
              <p:cNvPr id="9" name="Picture 8" descr="A graph of different colored lines&#10;&#10;AI-generated content may be incorrect.">
                <a:extLst>
                  <a:ext uri="{FF2B5EF4-FFF2-40B4-BE49-F238E27FC236}">
                    <a16:creationId xmlns:a16="http://schemas.microsoft.com/office/drawing/2014/main" id="{F741769C-D5AA-7480-B87B-21EB5C91A3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1525" y="1454430"/>
                <a:ext cx="2216006" cy="1187542"/>
              </a:xfrm>
              <a:prstGeom prst="rect">
                <a:avLst/>
              </a:prstGeom>
            </p:spPr>
          </p:pic>
          <p:pic>
            <p:nvPicPr>
              <p:cNvPr id="11" name="Picture 4">
                <a:extLst>
                  <a:ext uri="{FF2B5EF4-FFF2-40B4-BE49-F238E27FC236}">
                    <a16:creationId xmlns:a16="http://schemas.microsoft.com/office/drawing/2014/main" id="{7CF1955A-01A2-F126-9BCE-81C4BC5EFA7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1031" y="2969106"/>
                <a:ext cx="2196995" cy="132399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C7777CCE-2A99-24E3-1D0F-D0941AAFF4F2}"/>
                      </a:ext>
                    </a:extLst>
                  </p:cNvPr>
                  <p:cNvSpPr txBox="1"/>
                  <p:nvPr/>
                </p:nvSpPr>
                <p:spPr>
                  <a:xfrm>
                    <a:off x="29463" y="2642449"/>
                    <a:ext cx="2209534" cy="3261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sz="14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4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GB" sz="1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=</m:t>
                          </m:r>
                          <m:acc>
                            <m:accPr>
                              <m:chr m:val="̂"/>
                              <m:ctrlPr>
                                <a:rPr lang="en-GB" sz="14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acc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𝑓</m:t>
                              </m:r>
                            </m:e>
                          </m:acc>
                          <m:sSup>
                            <m:sSupPr>
                              <m:ctrlPr>
                                <a:rPr lang="en-US" sz="14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(</m:t>
                              </m:r>
                              <m:r>
                                <a:rPr lang="en-GB" sz="14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𝐼</m:t>
                              </m:r>
                              <m:r>
                                <a:rPr lang="en-GB" sz="14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r>
                                <a:rPr lang="en-GB" sz="14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𝐴</m:t>
                              </m:r>
                              <m:r>
                                <a:rPr lang="en-GB" sz="14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−1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14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−1</m:t>
                              </m:r>
                            </m:sup>
                          </m:sSup>
                        </m:oMath>
                      </m:oMathPara>
                    </a14:m>
                    <a:endParaRPr lang="en-US" sz="140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C7777CCE-2A99-24E3-1D0F-D0941AAFF4F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463" y="2642449"/>
                    <a:ext cx="2209534" cy="32618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b="-7407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B4C40E10-D9B0-AB23-813B-F977BF6CCD71}"/>
                </a:ext>
              </a:extLst>
            </p:cNvPr>
            <p:cNvSpPr txBox="1"/>
            <p:nvPr/>
          </p:nvSpPr>
          <p:spPr>
            <a:xfrm>
              <a:off x="31525" y="725708"/>
              <a:ext cx="2208699" cy="52322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 defTabSz="373898"/>
              <a:r>
                <a:rPr lang="zh-CN" altLang="en-US" sz="1400" b="1" kern="0" dirty="0"/>
                <a:t>排放清单和投入产出模型</a:t>
              </a:r>
              <a:endParaRPr lang="en-GB" altLang="zh-CN" sz="1400" b="1" kern="0" dirty="0"/>
            </a:p>
            <a:p>
              <a:pPr algn="ctr" defTabSz="373898"/>
              <a:r>
                <a:rPr lang="zh-CN" altLang="en-US" sz="1400" b="1" kern="0" dirty="0"/>
                <a:t>再分析气象资料</a:t>
              </a:r>
              <a:endParaRPr lang="en-GB" altLang="zh-CN" sz="1400" b="1" kern="0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78493220-81F3-114C-2306-8D2703043720}"/>
                </a:ext>
              </a:extLst>
            </p:cNvPr>
            <p:cNvSpPr txBox="1"/>
            <p:nvPr/>
          </p:nvSpPr>
          <p:spPr>
            <a:xfrm>
              <a:off x="33588" y="4351702"/>
              <a:ext cx="2208697" cy="52322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 defTabSz="373898"/>
              <a:r>
                <a:rPr lang="zh-CN" altLang="en-US" sz="1400" b="1" kern="0" dirty="0"/>
                <a:t>生产和消费端排放清单</a:t>
              </a:r>
              <a:endParaRPr lang="en-GB" altLang="zh-CN" sz="1400" b="1" kern="0" dirty="0"/>
            </a:p>
            <a:p>
              <a:pPr algn="ctr" defTabSz="373898"/>
              <a:r>
                <a:rPr lang="zh-CN" altLang="en-US" sz="1400" b="1" kern="0" dirty="0"/>
                <a:t>离线气象场</a:t>
              </a:r>
              <a:endParaRPr lang="en-GB" altLang="zh-CN" sz="1400" b="1" kern="0" dirty="0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BAC3C435-66F3-A799-9EC8-B3E881F7FB9A}"/>
                </a:ext>
              </a:extLst>
            </p:cNvPr>
            <p:cNvSpPr/>
            <p:nvPr/>
          </p:nvSpPr>
          <p:spPr>
            <a:xfrm>
              <a:off x="31525" y="725706"/>
              <a:ext cx="2208698" cy="4145043"/>
            </a:xfrm>
            <a:prstGeom prst="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72"/>
            </a:p>
          </p:txBody>
        </p:sp>
      </p:grp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72A03ECE-7F30-660A-5B4D-E5310F016F6F}"/>
              </a:ext>
            </a:extLst>
          </p:cNvPr>
          <p:cNvGrpSpPr/>
          <p:nvPr/>
        </p:nvGrpSpPr>
        <p:grpSpPr>
          <a:xfrm>
            <a:off x="7726425" y="81182"/>
            <a:ext cx="2213138" cy="4145044"/>
            <a:chOff x="9450086" y="596541"/>
            <a:chExt cx="2706082" cy="5068291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DDFCF179-2F67-F31B-88D1-14CECD5B360A}"/>
                </a:ext>
              </a:extLst>
            </p:cNvPr>
            <p:cNvSpPr txBox="1"/>
            <p:nvPr/>
          </p:nvSpPr>
          <p:spPr>
            <a:xfrm>
              <a:off x="9455514" y="596543"/>
              <a:ext cx="2700654" cy="63976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 defTabSz="373898"/>
              <a:r>
                <a:rPr lang="zh-CN" altLang="en-GB" sz="1400" b="1" kern="0" dirty="0"/>
                <a:t>卫星遥感</a:t>
              </a:r>
              <a:endParaRPr lang="en-GB" altLang="zh-CN" sz="1400" b="1" kern="0" dirty="0"/>
            </a:p>
            <a:p>
              <a:pPr algn="ctr" defTabSz="373898"/>
              <a:r>
                <a:rPr lang="zh-CN" altLang="en-US" sz="1400" b="1" kern="0" dirty="0"/>
                <a:t>观测反演和目标检测</a:t>
              </a:r>
              <a:endParaRPr lang="en-GB" altLang="zh-CN" sz="1400" b="1" kern="0" dirty="0"/>
            </a:p>
          </p:txBody>
        </p:sp>
        <p:pic>
          <p:nvPicPr>
            <p:cNvPr id="136" name="Picture 2" descr="Orbiting Carbon Observatory 2 - Earth Missions - NASA Jet Propulsion  Laboratory">
              <a:extLst>
                <a:ext uri="{FF2B5EF4-FFF2-40B4-BE49-F238E27FC236}">
                  <a16:creationId xmlns:a16="http://schemas.microsoft.com/office/drawing/2014/main" id="{73D55CA3-A915-92FC-4763-C1D512EE092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50086" y="1255919"/>
              <a:ext cx="1718684" cy="7143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8" name="Picture 137" descr="A solar panel on a stand&#10;&#10;AI-generated content may be incorrect.">
              <a:extLst>
                <a:ext uri="{FF2B5EF4-FFF2-40B4-BE49-F238E27FC236}">
                  <a16:creationId xmlns:a16="http://schemas.microsoft.com/office/drawing/2014/main" id="{E13E0424-5431-D885-F78A-10F0DE7935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0791580" y="3890031"/>
              <a:ext cx="1133075" cy="1133075"/>
            </a:xfrm>
            <a:prstGeom prst="rect">
              <a:avLst/>
            </a:prstGeom>
          </p:spPr>
        </p:pic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79810692-BEAB-8361-E8CB-FF8A61DDF9AA}"/>
                </a:ext>
              </a:extLst>
            </p:cNvPr>
            <p:cNvSpPr/>
            <p:nvPr/>
          </p:nvSpPr>
          <p:spPr>
            <a:xfrm rot="666048">
              <a:off x="11272146" y="1690443"/>
              <a:ext cx="120251" cy="3362837"/>
            </a:xfrm>
            <a:prstGeom prst="rect">
              <a:avLst/>
            </a:prstGeom>
            <a:gradFill flip="none" rotWithShape="1">
              <a:gsLst>
                <a:gs pos="0">
                  <a:srgbClr val="FFC000">
                    <a:lumMod val="5000"/>
                    <a:lumOff val="95000"/>
                  </a:srgbClr>
                </a:gs>
                <a:gs pos="74000">
                  <a:srgbClr val="FFC000">
                    <a:lumMod val="45000"/>
                    <a:lumOff val="55000"/>
                  </a:srgbClr>
                </a:gs>
                <a:gs pos="83000">
                  <a:srgbClr val="FFC000">
                    <a:lumMod val="45000"/>
                    <a:lumOff val="55000"/>
                  </a:srgbClr>
                </a:gs>
                <a:gs pos="100000">
                  <a:srgbClr val="FFC000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47796">
                <a:defRPr/>
              </a:pPr>
              <a:endParaRPr lang="en-US" sz="1472" kern="0">
                <a:solidFill>
                  <a:prstClr val="white"/>
                </a:solidFill>
                <a:latin typeface="Calibri"/>
              </a:endParaRPr>
            </a:p>
          </p:txBody>
        </p:sp>
        <p:pic>
          <p:nvPicPr>
            <p:cNvPr id="140" name="Picture 139" descr="A yellow sun with rays of light&#10;&#10;AI-generated content may be incorrect.">
              <a:extLst>
                <a:ext uri="{FF2B5EF4-FFF2-40B4-BE49-F238E27FC236}">
                  <a16:creationId xmlns:a16="http://schemas.microsoft.com/office/drawing/2014/main" id="{262063D1-C3A1-31CD-576A-6EC1B9021BD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1201994" y="1255919"/>
              <a:ext cx="920949" cy="920949"/>
            </a:xfrm>
            <a:prstGeom prst="rect">
              <a:avLst/>
            </a:prstGeom>
          </p:spPr>
        </p:pic>
        <p:pic>
          <p:nvPicPr>
            <p:cNvPr id="135" name="Picture 134" descr="A green grass on a black background&#10;&#10;AI-generated content may be incorrect.">
              <a:extLst>
                <a:ext uri="{FF2B5EF4-FFF2-40B4-BE49-F238E27FC236}">
                  <a16:creationId xmlns:a16="http://schemas.microsoft.com/office/drawing/2014/main" id="{898CAF16-0904-4303-A41F-B61E833C740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 l="13078" t="31638" r="13078" b="31638"/>
            <a:stretch/>
          </p:blipFill>
          <p:spPr>
            <a:xfrm>
              <a:off x="9450087" y="3682331"/>
              <a:ext cx="2695944" cy="1340775"/>
            </a:xfrm>
            <a:prstGeom prst="rect">
              <a:avLst/>
            </a:prstGeom>
          </p:spPr>
        </p:pic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2845559A-73CD-2160-2AE3-F8F7A25A28E6}"/>
                </a:ext>
              </a:extLst>
            </p:cNvPr>
            <p:cNvSpPr/>
            <p:nvPr/>
          </p:nvSpPr>
          <p:spPr>
            <a:xfrm rot="9991225">
              <a:off x="10576908" y="1757861"/>
              <a:ext cx="109136" cy="3299093"/>
            </a:xfrm>
            <a:prstGeom prst="rect">
              <a:avLst/>
            </a:prstGeom>
            <a:gradFill flip="none" rotWithShape="1">
              <a:gsLst>
                <a:gs pos="0">
                  <a:srgbClr val="FFC000">
                    <a:lumMod val="5000"/>
                    <a:lumOff val="95000"/>
                  </a:srgbClr>
                </a:gs>
                <a:gs pos="74000">
                  <a:srgbClr val="FFC000">
                    <a:lumMod val="45000"/>
                    <a:lumOff val="55000"/>
                  </a:srgbClr>
                </a:gs>
                <a:gs pos="83000">
                  <a:srgbClr val="FFC000">
                    <a:lumMod val="45000"/>
                    <a:lumOff val="55000"/>
                  </a:srgbClr>
                </a:gs>
                <a:gs pos="100000">
                  <a:srgbClr val="FFC000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47796">
                <a:defRPr/>
              </a:pPr>
              <a:endParaRPr lang="en-US" sz="1472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D8559265-4E52-C5CC-2B32-A8DCE51D4891}"/>
                </a:ext>
              </a:extLst>
            </p:cNvPr>
            <p:cNvSpPr/>
            <p:nvPr/>
          </p:nvSpPr>
          <p:spPr>
            <a:xfrm>
              <a:off x="10319124" y="2040502"/>
              <a:ext cx="155786" cy="155786"/>
            </a:xfrm>
            <a:prstGeom prst="ellipse">
              <a:avLst/>
            </a:prstGeom>
            <a:solidFill>
              <a:sysClr val="window" lastClr="FFFFFF">
                <a:lumMod val="6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47796">
                <a:defRPr/>
              </a:pPr>
              <a:endParaRPr lang="en-US" sz="1472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52D17FD6-E340-5A32-07CB-A0293613F01D}"/>
                </a:ext>
              </a:extLst>
            </p:cNvPr>
            <p:cNvSpPr/>
            <p:nvPr/>
          </p:nvSpPr>
          <p:spPr>
            <a:xfrm flipV="1">
              <a:off x="10362304" y="2457917"/>
              <a:ext cx="69426" cy="69426"/>
            </a:xfrm>
            <a:prstGeom prst="ellipse">
              <a:avLst/>
            </a:prstGeom>
            <a:solidFill>
              <a:sysClr val="window" lastClr="FFFFFF">
                <a:lumMod val="6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47796">
                <a:defRPr/>
              </a:pPr>
              <a:endParaRPr lang="en-US" sz="1472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9DBC4080-1F02-74B7-20F7-2E0ECD0D50B2}"/>
                </a:ext>
              </a:extLst>
            </p:cNvPr>
            <p:cNvSpPr/>
            <p:nvPr/>
          </p:nvSpPr>
          <p:spPr>
            <a:xfrm>
              <a:off x="10797378" y="2446450"/>
              <a:ext cx="92360" cy="92360"/>
            </a:xfrm>
            <a:prstGeom prst="ellipse">
              <a:avLst/>
            </a:prstGeom>
            <a:solidFill>
              <a:sysClr val="window" lastClr="FFFFFF">
                <a:lumMod val="6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47796">
                <a:defRPr/>
              </a:pPr>
              <a:endParaRPr lang="en-US" sz="1472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27DED6A3-4735-6BCE-D3A2-75317F4CF2A3}"/>
                </a:ext>
              </a:extLst>
            </p:cNvPr>
            <p:cNvSpPr/>
            <p:nvPr/>
          </p:nvSpPr>
          <p:spPr>
            <a:xfrm>
              <a:off x="10531533" y="3393863"/>
              <a:ext cx="138764" cy="138764"/>
            </a:xfrm>
            <a:prstGeom prst="ellipse">
              <a:avLst/>
            </a:prstGeom>
            <a:solidFill>
              <a:sysClr val="window" lastClr="FFFFFF">
                <a:lumMod val="6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47796">
                <a:defRPr/>
              </a:pPr>
              <a:endParaRPr lang="en-US" sz="1472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3A9E6B27-5179-293C-26EF-FFE334C52191}"/>
                </a:ext>
              </a:extLst>
            </p:cNvPr>
            <p:cNvSpPr/>
            <p:nvPr/>
          </p:nvSpPr>
          <p:spPr>
            <a:xfrm>
              <a:off x="10297751" y="3416646"/>
              <a:ext cx="93198" cy="93198"/>
            </a:xfrm>
            <a:prstGeom prst="ellipse">
              <a:avLst/>
            </a:prstGeom>
            <a:solidFill>
              <a:sysClr val="window" lastClr="FFFFFF">
                <a:lumMod val="6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47796">
                <a:defRPr/>
              </a:pPr>
              <a:endParaRPr lang="en-US" sz="1472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79A90BD6-AADB-08F5-4482-60235506BF42}"/>
                </a:ext>
              </a:extLst>
            </p:cNvPr>
            <p:cNvSpPr/>
            <p:nvPr/>
          </p:nvSpPr>
          <p:spPr>
            <a:xfrm>
              <a:off x="11171300" y="3801819"/>
              <a:ext cx="104174" cy="104174"/>
            </a:xfrm>
            <a:prstGeom prst="ellipse">
              <a:avLst/>
            </a:prstGeom>
            <a:solidFill>
              <a:sysClr val="window" lastClr="FFFFFF">
                <a:lumMod val="6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47796">
                <a:defRPr/>
              </a:pPr>
              <a:endParaRPr lang="en-US" sz="1472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6DF17901-7768-E831-A5DA-82DDCE013442}"/>
                </a:ext>
              </a:extLst>
            </p:cNvPr>
            <p:cNvSpPr/>
            <p:nvPr/>
          </p:nvSpPr>
          <p:spPr>
            <a:xfrm flipH="1">
              <a:off x="11192999" y="3588643"/>
              <a:ext cx="60776" cy="60776"/>
            </a:xfrm>
            <a:prstGeom prst="ellipse">
              <a:avLst/>
            </a:prstGeom>
            <a:solidFill>
              <a:sysClr val="window" lastClr="FFFFFF">
                <a:lumMod val="6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47796">
                <a:defRPr/>
              </a:pPr>
              <a:endParaRPr lang="en-US" sz="1472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1D4D2178-BC29-7932-C546-D8BD3EB8EB4B}"/>
                </a:ext>
              </a:extLst>
            </p:cNvPr>
            <p:cNvSpPr/>
            <p:nvPr/>
          </p:nvSpPr>
          <p:spPr>
            <a:xfrm flipH="1">
              <a:off x="11345399" y="3741043"/>
              <a:ext cx="60776" cy="60776"/>
            </a:xfrm>
            <a:prstGeom prst="ellipse">
              <a:avLst/>
            </a:prstGeom>
            <a:solidFill>
              <a:sysClr val="window" lastClr="FFFFFF">
                <a:lumMod val="6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47796">
                <a:defRPr/>
              </a:pPr>
              <a:endParaRPr lang="en-US" sz="1472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F51A5FA2-EFF2-B3C6-BCAD-42B0C4C3FFDE}"/>
                </a:ext>
              </a:extLst>
            </p:cNvPr>
            <p:cNvSpPr/>
            <p:nvPr/>
          </p:nvSpPr>
          <p:spPr>
            <a:xfrm flipH="1">
              <a:off x="11345399" y="3295094"/>
              <a:ext cx="60776" cy="60776"/>
            </a:xfrm>
            <a:prstGeom prst="ellipse">
              <a:avLst/>
            </a:prstGeom>
            <a:solidFill>
              <a:sysClr val="window" lastClr="FFFFFF">
                <a:lumMod val="6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47796">
                <a:defRPr/>
              </a:pPr>
              <a:endParaRPr lang="en-US" sz="1472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3FA9563E-653B-F139-105B-F7B8D2A0172A}"/>
                </a:ext>
              </a:extLst>
            </p:cNvPr>
            <p:cNvSpPr/>
            <p:nvPr/>
          </p:nvSpPr>
          <p:spPr>
            <a:xfrm flipH="1">
              <a:off x="11345399" y="2977379"/>
              <a:ext cx="60776" cy="60776"/>
            </a:xfrm>
            <a:prstGeom prst="ellipse">
              <a:avLst/>
            </a:prstGeom>
            <a:solidFill>
              <a:sysClr val="window" lastClr="FFFFFF">
                <a:lumMod val="6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47796">
                <a:defRPr/>
              </a:pPr>
              <a:endParaRPr lang="en-US" sz="1472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4355ECF0-5F09-ECAE-53F4-69A73F2B5C9F}"/>
                </a:ext>
              </a:extLst>
            </p:cNvPr>
            <p:cNvSpPr/>
            <p:nvPr/>
          </p:nvSpPr>
          <p:spPr>
            <a:xfrm flipH="1">
              <a:off x="11153694" y="2977379"/>
              <a:ext cx="60776" cy="60776"/>
            </a:xfrm>
            <a:prstGeom prst="ellipse">
              <a:avLst/>
            </a:prstGeom>
            <a:solidFill>
              <a:sysClr val="window" lastClr="FFFFFF">
                <a:lumMod val="6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47796">
                <a:defRPr/>
              </a:pPr>
              <a:endParaRPr lang="en-US" sz="1472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4DCDE894-8609-A21A-E024-D1B93561C754}"/>
                </a:ext>
              </a:extLst>
            </p:cNvPr>
            <p:cNvSpPr/>
            <p:nvPr/>
          </p:nvSpPr>
          <p:spPr>
            <a:xfrm flipH="1">
              <a:off x="10785866" y="2977379"/>
              <a:ext cx="60776" cy="60776"/>
            </a:xfrm>
            <a:prstGeom prst="ellipse">
              <a:avLst/>
            </a:prstGeom>
            <a:solidFill>
              <a:sysClr val="window" lastClr="FFFFFF">
                <a:lumMod val="6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47796">
                <a:defRPr/>
              </a:pPr>
              <a:endParaRPr lang="en-US" sz="1472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3A3D87E0-4F57-8A6F-CF93-F3E3824AE53E}"/>
                </a:ext>
              </a:extLst>
            </p:cNvPr>
            <p:cNvSpPr/>
            <p:nvPr/>
          </p:nvSpPr>
          <p:spPr>
            <a:xfrm flipH="1">
              <a:off x="10645206" y="2977379"/>
              <a:ext cx="60776" cy="60776"/>
            </a:xfrm>
            <a:prstGeom prst="ellipse">
              <a:avLst/>
            </a:prstGeom>
            <a:solidFill>
              <a:sysClr val="window" lastClr="FFFFFF">
                <a:lumMod val="6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47796">
                <a:defRPr/>
              </a:pPr>
              <a:endParaRPr lang="en-US" sz="1472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B65861FB-41C2-DA5D-A5F6-D9E1FD34C9EF}"/>
                </a:ext>
              </a:extLst>
            </p:cNvPr>
            <p:cNvSpPr/>
            <p:nvPr/>
          </p:nvSpPr>
          <p:spPr>
            <a:xfrm flipH="1">
              <a:off x="10645206" y="2827280"/>
              <a:ext cx="60776" cy="60776"/>
            </a:xfrm>
            <a:prstGeom prst="ellipse">
              <a:avLst/>
            </a:prstGeom>
            <a:solidFill>
              <a:sysClr val="window" lastClr="FFFFFF">
                <a:lumMod val="6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47796">
                <a:defRPr/>
              </a:pPr>
              <a:endParaRPr lang="en-US" sz="1472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A25D8F6E-C260-CBDD-F749-6562F9EC365A}"/>
                </a:ext>
              </a:extLst>
            </p:cNvPr>
            <p:cNvSpPr/>
            <p:nvPr/>
          </p:nvSpPr>
          <p:spPr>
            <a:xfrm flipH="1">
              <a:off x="10645206" y="3710655"/>
              <a:ext cx="60776" cy="60776"/>
            </a:xfrm>
            <a:prstGeom prst="ellipse">
              <a:avLst/>
            </a:prstGeom>
            <a:solidFill>
              <a:sysClr val="window" lastClr="FFFFFF">
                <a:lumMod val="6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47796">
                <a:defRPr/>
              </a:pPr>
              <a:endParaRPr lang="en-US" sz="1472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BA87BC1C-DE69-4C58-4C25-420ACA354D09}"/>
                </a:ext>
              </a:extLst>
            </p:cNvPr>
            <p:cNvSpPr/>
            <p:nvPr/>
          </p:nvSpPr>
          <p:spPr>
            <a:xfrm flipH="1">
              <a:off x="10857666" y="3710655"/>
              <a:ext cx="60776" cy="60776"/>
            </a:xfrm>
            <a:prstGeom prst="ellipse">
              <a:avLst/>
            </a:prstGeom>
            <a:solidFill>
              <a:sysClr val="window" lastClr="FFFFFF">
                <a:lumMod val="6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47796">
                <a:defRPr/>
              </a:pPr>
              <a:endParaRPr lang="en-US" sz="1472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69" name="Oval 168">
              <a:extLst>
                <a:ext uri="{FF2B5EF4-FFF2-40B4-BE49-F238E27FC236}">
                  <a16:creationId xmlns:a16="http://schemas.microsoft.com/office/drawing/2014/main" id="{51DE8E39-4C6F-8A43-F985-D1002AC80E3A}"/>
                </a:ext>
              </a:extLst>
            </p:cNvPr>
            <p:cNvSpPr/>
            <p:nvPr/>
          </p:nvSpPr>
          <p:spPr>
            <a:xfrm flipH="1">
              <a:off x="10857666" y="3388750"/>
              <a:ext cx="60776" cy="60776"/>
            </a:xfrm>
            <a:prstGeom prst="ellipse">
              <a:avLst/>
            </a:prstGeom>
            <a:solidFill>
              <a:sysClr val="window" lastClr="FFFFFF">
                <a:lumMod val="6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47796">
                <a:defRPr/>
              </a:pPr>
              <a:endParaRPr lang="en-US" sz="1472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70" name="Oval 169">
              <a:extLst>
                <a:ext uri="{FF2B5EF4-FFF2-40B4-BE49-F238E27FC236}">
                  <a16:creationId xmlns:a16="http://schemas.microsoft.com/office/drawing/2014/main" id="{82195612-3042-4BF6-A036-5A53AEBE6278}"/>
                </a:ext>
              </a:extLst>
            </p:cNvPr>
            <p:cNvSpPr/>
            <p:nvPr/>
          </p:nvSpPr>
          <p:spPr>
            <a:xfrm flipH="1">
              <a:off x="10857666" y="2633820"/>
              <a:ext cx="60776" cy="60776"/>
            </a:xfrm>
            <a:prstGeom prst="ellipse">
              <a:avLst/>
            </a:prstGeom>
            <a:solidFill>
              <a:sysClr val="window" lastClr="FFFFFF">
                <a:lumMod val="6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47796">
                <a:defRPr/>
              </a:pPr>
              <a:endParaRPr lang="en-US" sz="1472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274E94C5-548D-341E-E95C-40A9D3F32F7F}"/>
                </a:ext>
              </a:extLst>
            </p:cNvPr>
            <p:cNvSpPr/>
            <p:nvPr/>
          </p:nvSpPr>
          <p:spPr>
            <a:xfrm flipH="1">
              <a:off x="10600141" y="2633820"/>
              <a:ext cx="60776" cy="60776"/>
            </a:xfrm>
            <a:prstGeom prst="ellipse">
              <a:avLst/>
            </a:prstGeom>
            <a:solidFill>
              <a:sysClr val="window" lastClr="FFFFFF">
                <a:lumMod val="6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47796">
                <a:defRPr/>
              </a:pPr>
              <a:endParaRPr lang="en-US" sz="1472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72" name="Oval 171">
              <a:extLst>
                <a:ext uri="{FF2B5EF4-FFF2-40B4-BE49-F238E27FC236}">
                  <a16:creationId xmlns:a16="http://schemas.microsoft.com/office/drawing/2014/main" id="{1A357C2E-F85C-FC69-09EA-30EB80AA4C0C}"/>
                </a:ext>
              </a:extLst>
            </p:cNvPr>
            <p:cNvSpPr/>
            <p:nvPr/>
          </p:nvSpPr>
          <p:spPr>
            <a:xfrm flipH="1">
              <a:off x="10600141" y="2399866"/>
              <a:ext cx="60776" cy="60776"/>
            </a:xfrm>
            <a:prstGeom prst="ellipse">
              <a:avLst/>
            </a:prstGeom>
            <a:solidFill>
              <a:sysClr val="window" lastClr="FFFFFF">
                <a:lumMod val="6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47796">
                <a:defRPr/>
              </a:pPr>
              <a:endParaRPr lang="en-US" sz="1472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73" name="Oval 172">
              <a:extLst>
                <a:ext uri="{FF2B5EF4-FFF2-40B4-BE49-F238E27FC236}">
                  <a16:creationId xmlns:a16="http://schemas.microsoft.com/office/drawing/2014/main" id="{0A134438-33FD-438A-E6B5-52593D8566C9}"/>
                </a:ext>
              </a:extLst>
            </p:cNvPr>
            <p:cNvSpPr/>
            <p:nvPr/>
          </p:nvSpPr>
          <p:spPr>
            <a:xfrm flipH="1">
              <a:off x="10470476" y="2399866"/>
              <a:ext cx="60776" cy="60776"/>
            </a:xfrm>
            <a:prstGeom prst="ellipse">
              <a:avLst/>
            </a:prstGeom>
            <a:solidFill>
              <a:sysClr val="window" lastClr="FFFFFF">
                <a:lumMod val="6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47796">
                <a:defRPr/>
              </a:pPr>
              <a:endParaRPr lang="en-US" sz="1472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74" name="Oval 173">
              <a:extLst>
                <a:ext uri="{FF2B5EF4-FFF2-40B4-BE49-F238E27FC236}">
                  <a16:creationId xmlns:a16="http://schemas.microsoft.com/office/drawing/2014/main" id="{B81C9BE1-6788-4B45-66EF-5C6CB70C6C80}"/>
                </a:ext>
              </a:extLst>
            </p:cNvPr>
            <p:cNvSpPr/>
            <p:nvPr/>
          </p:nvSpPr>
          <p:spPr>
            <a:xfrm flipH="1">
              <a:off x="10470476" y="2203347"/>
              <a:ext cx="60776" cy="60776"/>
            </a:xfrm>
            <a:prstGeom prst="ellipse">
              <a:avLst/>
            </a:prstGeom>
            <a:solidFill>
              <a:sysClr val="window" lastClr="FFFFFF">
                <a:lumMod val="6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47796">
                <a:defRPr/>
              </a:pPr>
              <a:endParaRPr lang="en-US" sz="1472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EC8D2885-96AE-339D-4975-90EBBB33B520}"/>
                </a:ext>
              </a:extLst>
            </p:cNvPr>
            <p:cNvSpPr/>
            <p:nvPr/>
          </p:nvSpPr>
          <p:spPr>
            <a:xfrm flipH="1">
              <a:off x="10558657" y="2203347"/>
              <a:ext cx="60776" cy="60776"/>
            </a:xfrm>
            <a:prstGeom prst="ellipse">
              <a:avLst/>
            </a:prstGeom>
            <a:solidFill>
              <a:sysClr val="window" lastClr="FFFFFF">
                <a:lumMod val="6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47796">
                <a:defRPr/>
              </a:pPr>
              <a:endParaRPr lang="en-US" sz="1472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76" name="Oval 175">
              <a:extLst>
                <a:ext uri="{FF2B5EF4-FFF2-40B4-BE49-F238E27FC236}">
                  <a16:creationId xmlns:a16="http://schemas.microsoft.com/office/drawing/2014/main" id="{6D5FF824-A8D7-6E59-9FDC-19BB0FCFB6C3}"/>
                </a:ext>
              </a:extLst>
            </p:cNvPr>
            <p:cNvSpPr/>
            <p:nvPr/>
          </p:nvSpPr>
          <p:spPr>
            <a:xfrm flipH="1">
              <a:off x="11438935" y="2203347"/>
              <a:ext cx="60776" cy="60776"/>
            </a:xfrm>
            <a:prstGeom prst="ellipse">
              <a:avLst/>
            </a:prstGeom>
            <a:solidFill>
              <a:sysClr val="window" lastClr="FFFFFF">
                <a:lumMod val="6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47796">
                <a:defRPr/>
              </a:pPr>
              <a:endParaRPr lang="en-US" sz="1472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77" name="Oval 176">
              <a:extLst>
                <a:ext uri="{FF2B5EF4-FFF2-40B4-BE49-F238E27FC236}">
                  <a16:creationId xmlns:a16="http://schemas.microsoft.com/office/drawing/2014/main" id="{A980BA32-EC6B-95CB-B35B-87821DB30D57}"/>
                </a:ext>
              </a:extLst>
            </p:cNvPr>
            <p:cNvSpPr/>
            <p:nvPr/>
          </p:nvSpPr>
          <p:spPr>
            <a:xfrm flipH="1">
              <a:off x="11438935" y="2300505"/>
              <a:ext cx="60776" cy="60776"/>
            </a:xfrm>
            <a:prstGeom prst="ellipse">
              <a:avLst/>
            </a:prstGeom>
            <a:solidFill>
              <a:sysClr val="window" lastClr="FFFFFF">
                <a:lumMod val="6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47796">
                <a:defRPr/>
              </a:pPr>
              <a:endParaRPr lang="en-US" sz="1472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78" name="Oval 177">
              <a:extLst>
                <a:ext uri="{FF2B5EF4-FFF2-40B4-BE49-F238E27FC236}">
                  <a16:creationId xmlns:a16="http://schemas.microsoft.com/office/drawing/2014/main" id="{4E55E821-780B-730E-91A9-B439C09F3116}"/>
                </a:ext>
              </a:extLst>
            </p:cNvPr>
            <p:cNvSpPr/>
            <p:nvPr/>
          </p:nvSpPr>
          <p:spPr>
            <a:xfrm flipH="1">
              <a:off x="11438935" y="2579523"/>
              <a:ext cx="60776" cy="60776"/>
            </a:xfrm>
            <a:prstGeom prst="ellipse">
              <a:avLst/>
            </a:prstGeom>
            <a:solidFill>
              <a:sysClr val="window" lastClr="FFFFFF">
                <a:lumMod val="6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47796">
                <a:defRPr/>
              </a:pPr>
              <a:endParaRPr lang="en-US" sz="1472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79" name="Oval 178">
              <a:extLst>
                <a:ext uri="{FF2B5EF4-FFF2-40B4-BE49-F238E27FC236}">
                  <a16:creationId xmlns:a16="http://schemas.microsoft.com/office/drawing/2014/main" id="{D8EDD9B3-5881-C9D5-0CAE-DB598E0747E3}"/>
                </a:ext>
              </a:extLst>
            </p:cNvPr>
            <p:cNvSpPr/>
            <p:nvPr/>
          </p:nvSpPr>
          <p:spPr>
            <a:xfrm flipH="1">
              <a:off x="11438935" y="3355870"/>
              <a:ext cx="60776" cy="60776"/>
            </a:xfrm>
            <a:prstGeom prst="ellipse">
              <a:avLst/>
            </a:prstGeom>
            <a:solidFill>
              <a:sysClr val="window" lastClr="FFFFFF">
                <a:lumMod val="6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47796">
                <a:defRPr/>
              </a:pPr>
              <a:endParaRPr lang="en-US" sz="1472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80" name="Oval 179">
              <a:extLst>
                <a:ext uri="{FF2B5EF4-FFF2-40B4-BE49-F238E27FC236}">
                  <a16:creationId xmlns:a16="http://schemas.microsoft.com/office/drawing/2014/main" id="{F847BAEE-33F8-804A-A6F7-17C23F3FA3AE}"/>
                </a:ext>
              </a:extLst>
            </p:cNvPr>
            <p:cNvSpPr/>
            <p:nvPr/>
          </p:nvSpPr>
          <p:spPr>
            <a:xfrm flipH="1">
              <a:off x="10525265" y="4251220"/>
              <a:ext cx="60776" cy="60776"/>
            </a:xfrm>
            <a:prstGeom prst="ellipse">
              <a:avLst/>
            </a:prstGeom>
            <a:solidFill>
              <a:sysClr val="window" lastClr="FFFFFF">
                <a:lumMod val="6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47796">
                <a:defRPr/>
              </a:pPr>
              <a:endParaRPr lang="en-US" sz="1472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81" name="Oval 180">
              <a:extLst>
                <a:ext uri="{FF2B5EF4-FFF2-40B4-BE49-F238E27FC236}">
                  <a16:creationId xmlns:a16="http://schemas.microsoft.com/office/drawing/2014/main" id="{86397D7B-54CA-F77B-52D9-469DDB2E51CE}"/>
                </a:ext>
              </a:extLst>
            </p:cNvPr>
            <p:cNvSpPr/>
            <p:nvPr/>
          </p:nvSpPr>
          <p:spPr>
            <a:xfrm flipH="1">
              <a:off x="11341777" y="4251220"/>
              <a:ext cx="55502" cy="64570"/>
            </a:xfrm>
            <a:prstGeom prst="ellipse">
              <a:avLst/>
            </a:prstGeom>
            <a:solidFill>
              <a:sysClr val="window" lastClr="FFFFFF">
                <a:lumMod val="6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47796">
                <a:defRPr/>
              </a:pPr>
              <a:endParaRPr lang="en-US" sz="1472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82" name="Oval 181">
              <a:extLst>
                <a:ext uri="{FF2B5EF4-FFF2-40B4-BE49-F238E27FC236}">
                  <a16:creationId xmlns:a16="http://schemas.microsoft.com/office/drawing/2014/main" id="{2321071B-2BC7-D1CF-FF70-A49181D49ED8}"/>
                </a:ext>
              </a:extLst>
            </p:cNvPr>
            <p:cNvSpPr/>
            <p:nvPr/>
          </p:nvSpPr>
          <p:spPr>
            <a:xfrm flipH="1">
              <a:off x="11117312" y="4251220"/>
              <a:ext cx="55502" cy="64570"/>
            </a:xfrm>
            <a:prstGeom prst="ellipse">
              <a:avLst/>
            </a:prstGeom>
            <a:solidFill>
              <a:sysClr val="window" lastClr="FFFFFF">
                <a:lumMod val="6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47796">
                <a:defRPr/>
              </a:pPr>
              <a:endParaRPr lang="en-US" sz="1472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83" name="Oval 182">
              <a:extLst>
                <a:ext uri="{FF2B5EF4-FFF2-40B4-BE49-F238E27FC236}">
                  <a16:creationId xmlns:a16="http://schemas.microsoft.com/office/drawing/2014/main" id="{9A2DC4B0-8849-0FE0-EFB0-F1B003567D34}"/>
                </a:ext>
              </a:extLst>
            </p:cNvPr>
            <p:cNvSpPr/>
            <p:nvPr/>
          </p:nvSpPr>
          <p:spPr>
            <a:xfrm>
              <a:off x="9891972" y="2379641"/>
              <a:ext cx="155786" cy="155786"/>
            </a:xfrm>
            <a:prstGeom prst="ellipse">
              <a:avLst/>
            </a:prstGeom>
            <a:solidFill>
              <a:sysClr val="window" lastClr="FFFFFF">
                <a:lumMod val="6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47796">
                <a:defRPr/>
              </a:pPr>
              <a:endParaRPr lang="en-US" sz="1472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5F396B63-FE45-D1B5-2AE8-DAE2ACE312E6}"/>
                </a:ext>
              </a:extLst>
            </p:cNvPr>
            <p:cNvSpPr/>
            <p:nvPr/>
          </p:nvSpPr>
          <p:spPr>
            <a:xfrm flipV="1">
              <a:off x="9935152" y="2797056"/>
              <a:ext cx="69426" cy="69426"/>
            </a:xfrm>
            <a:prstGeom prst="ellipse">
              <a:avLst/>
            </a:prstGeom>
            <a:solidFill>
              <a:sysClr val="window" lastClr="FFFFFF">
                <a:lumMod val="6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47796">
                <a:defRPr/>
              </a:pPr>
              <a:endParaRPr lang="en-US" sz="1472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85" name="Oval 184">
              <a:extLst>
                <a:ext uri="{FF2B5EF4-FFF2-40B4-BE49-F238E27FC236}">
                  <a16:creationId xmlns:a16="http://schemas.microsoft.com/office/drawing/2014/main" id="{D1AEEFB3-08FA-DD0A-A62A-2CB896C872A9}"/>
                </a:ext>
              </a:extLst>
            </p:cNvPr>
            <p:cNvSpPr/>
            <p:nvPr/>
          </p:nvSpPr>
          <p:spPr>
            <a:xfrm>
              <a:off x="10370226" y="2785589"/>
              <a:ext cx="92360" cy="92360"/>
            </a:xfrm>
            <a:prstGeom prst="ellipse">
              <a:avLst/>
            </a:prstGeom>
            <a:solidFill>
              <a:sysClr val="window" lastClr="FFFFFF">
                <a:lumMod val="6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47796">
                <a:defRPr/>
              </a:pPr>
              <a:endParaRPr lang="en-US" sz="1472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86" name="Oval 185">
              <a:extLst>
                <a:ext uri="{FF2B5EF4-FFF2-40B4-BE49-F238E27FC236}">
                  <a16:creationId xmlns:a16="http://schemas.microsoft.com/office/drawing/2014/main" id="{914B3B3A-A93E-EAE7-6F1D-5C278475B087}"/>
                </a:ext>
              </a:extLst>
            </p:cNvPr>
            <p:cNvSpPr/>
            <p:nvPr/>
          </p:nvSpPr>
          <p:spPr>
            <a:xfrm flipH="1">
              <a:off x="10430514" y="2972959"/>
              <a:ext cx="60776" cy="60776"/>
            </a:xfrm>
            <a:prstGeom prst="ellipse">
              <a:avLst/>
            </a:prstGeom>
            <a:solidFill>
              <a:sysClr val="window" lastClr="FFFFFF">
                <a:lumMod val="6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47796">
                <a:defRPr/>
              </a:pPr>
              <a:endParaRPr lang="en-US" sz="1472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592A7E94-1CE3-C1FC-9C89-9348B019B048}"/>
                </a:ext>
              </a:extLst>
            </p:cNvPr>
            <p:cNvSpPr/>
            <p:nvPr/>
          </p:nvSpPr>
          <p:spPr>
            <a:xfrm flipH="1">
              <a:off x="10172989" y="2972959"/>
              <a:ext cx="60776" cy="60776"/>
            </a:xfrm>
            <a:prstGeom prst="ellipse">
              <a:avLst/>
            </a:prstGeom>
            <a:solidFill>
              <a:sysClr val="window" lastClr="FFFFFF">
                <a:lumMod val="6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47796">
                <a:defRPr/>
              </a:pPr>
              <a:endParaRPr lang="en-US" sz="1472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88" name="Oval 187">
              <a:extLst>
                <a:ext uri="{FF2B5EF4-FFF2-40B4-BE49-F238E27FC236}">
                  <a16:creationId xmlns:a16="http://schemas.microsoft.com/office/drawing/2014/main" id="{65F479EB-9BB5-2B8A-AC7F-3DDA7A7BFA0F}"/>
                </a:ext>
              </a:extLst>
            </p:cNvPr>
            <p:cNvSpPr/>
            <p:nvPr/>
          </p:nvSpPr>
          <p:spPr>
            <a:xfrm flipH="1">
              <a:off x="10172989" y="2739005"/>
              <a:ext cx="60776" cy="60776"/>
            </a:xfrm>
            <a:prstGeom prst="ellipse">
              <a:avLst/>
            </a:prstGeom>
            <a:solidFill>
              <a:sysClr val="window" lastClr="FFFFFF">
                <a:lumMod val="6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47796">
                <a:defRPr/>
              </a:pPr>
              <a:endParaRPr lang="en-US" sz="1472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89" name="Oval 188">
              <a:extLst>
                <a:ext uri="{FF2B5EF4-FFF2-40B4-BE49-F238E27FC236}">
                  <a16:creationId xmlns:a16="http://schemas.microsoft.com/office/drawing/2014/main" id="{D9AAACEA-5972-7CDE-2BB0-3F2A256CF2FA}"/>
                </a:ext>
              </a:extLst>
            </p:cNvPr>
            <p:cNvSpPr/>
            <p:nvPr/>
          </p:nvSpPr>
          <p:spPr>
            <a:xfrm flipH="1">
              <a:off x="10043324" y="2739005"/>
              <a:ext cx="60776" cy="60776"/>
            </a:xfrm>
            <a:prstGeom prst="ellipse">
              <a:avLst/>
            </a:prstGeom>
            <a:solidFill>
              <a:sysClr val="window" lastClr="FFFFFF">
                <a:lumMod val="6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47796">
                <a:defRPr/>
              </a:pPr>
              <a:endParaRPr lang="en-US" sz="1472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90" name="Oval 189">
              <a:extLst>
                <a:ext uri="{FF2B5EF4-FFF2-40B4-BE49-F238E27FC236}">
                  <a16:creationId xmlns:a16="http://schemas.microsoft.com/office/drawing/2014/main" id="{FA744333-1D87-CD27-A083-18473E2170B2}"/>
                </a:ext>
              </a:extLst>
            </p:cNvPr>
            <p:cNvSpPr/>
            <p:nvPr/>
          </p:nvSpPr>
          <p:spPr>
            <a:xfrm flipH="1">
              <a:off x="10043324" y="2542486"/>
              <a:ext cx="60776" cy="60776"/>
            </a:xfrm>
            <a:prstGeom prst="ellipse">
              <a:avLst/>
            </a:prstGeom>
            <a:solidFill>
              <a:sysClr val="window" lastClr="FFFFFF">
                <a:lumMod val="6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47796">
                <a:defRPr/>
              </a:pPr>
              <a:endParaRPr lang="en-US" sz="1472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C44693F4-087C-1BAD-A84B-D3983E65E70F}"/>
                </a:ext>
              </a:extLst>
            </p:cNvPr>
            <p:cNvSpPr/>
            <p:nvPr/>
          </p:nvSpPr>
          <p:spPr>
            <a:xfrm flipH="1">
              <a:off x="10131505" y="2542486"/>
              <a:ext cx="60776" cy="60776"/>
            </a:xfrm>
            <a:prstGeom prst="ellipse">
              <a:avLst/>
            </a:prstGeom>
            <a:solidFill>
              <a:sysClr val="window" lastClr="FFFFFF">
                <a:lumMod val="6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47796">
                <a:defRPr/>
              </a:pPr>
              <a:endParaRPr lang="en-US" sz="1472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92" name="Oval 191">
              <a:extLst>
                <a:ext uri="{FF2B5EF4-FFF2-40B4-BE49-F238E27FC236}">
                  <a16:creationId xmlns:a16="http://schemas.microsoft.com/office/drawing/2014/main" id="{2ACC237F-1785-9342-75A2-F59958C43D05}"/>
                </a:ext>
              </a:extLst>
            </p:cNvPr>
            <p:cNvSpPr/>
            <p:nvPr/>
          </p:nvSpPr>
          <p:spPr>
            <a:xfrm flipH="1">
              <a:off x="10404800" y="3670694"/>
              <a:ext cx="60776" cy="60776"/>
            </a:xfrm>
            <a:prstGeom prst="ellipse">
              <a:avLst/>
            </a:prstGeom>
            <a:solidFill>
              <a:sysClr val="window" lastClr="FFFFFF">
                <a:lumMod val="6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47796">
                <a:defRPr/>
              </a:pPr>
              <a:endParaRPr lang="en-US" sz="1472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93" name="Oval 192">
              <a:extLst>
                <a:ext uri="{FF2B5EF4-FFF2-40B4-BE49-F238E27FC236}">
                  <a16:creationId xmlns:a16="http://schemas.microsoft.com/office/drawing/2014/main" id="{DC3E18E8-CA65-3845-CA6A-7016AAB8FAEE}"/>
                </a:ext>
              </a:extLst>
            </p:cNvPr>
            <p:cNvSpPr/>
            <p:nvPr/>
          </p:nvSpPr>
          <p:spPr>
            <a:xfrm flipH="1">
              <a:off x="10404800" y="3520595"/>
              <a:ext cx="60776" cy="60776"/>
            </a:xfrm>
            <a:prstGeom prst="ellipse">
              <a:avLst/>
            </a:prstGeom>
            <a:solidFill>
              <a:sysClr val="window" lastClr="FFFFFF">
                <a:lumMod val="6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47796">
                <a:defRPr/>
              </a:pPr>
              <a:endParaRPr lang="en-US" sz="1472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94" name="Oval 193">
              <a:extLst>
                <a:ext uri="{FF2B5EF4-FFF2-40B4-BE49-F238E27FC236}">
                  <a16:creationId xmlns:a16="http://schemas.microsoft.com/office/drawing/2014/main" id="{C5150789-E7B3-86B6-7A02-59DE0A202C5A}"/>
                </a:ext>
              </a:extLst>
            </p:cNvPr>
            <p:cNvSpPr/>
            <p:nvPr/>
          </p:nvSpPr>
          <p:spPr>
            <a:xfrm flipH="1">
              <a:off x="10359735" y="3327135"/>
              <a:ext cx="60776" cy="60776"/>
            </a:xfrm>
            <a:prstGeom prst="ellipse">
              <a:avLst/>
            </a:prstGeom>
            <a:solidFill>
              <a:sysClr val="window" lastClr="FFFFFF">
                <a:lumMod val="6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47796">
                <a:defRPr/>
              </a:pPr>
              <a:endParaRPr lang="en-US" sz="1472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95" name="Oval 194">
              <a:extLst>
                <a:ext uri="{FF2B5EF4-FFF2-40B4-BE49-F238E27FC236}">
                  <a16:creationId xmlns:a16="http://schemas.microsoft.com/office/drawing/2014/main" id="{A28335C9-6850-3D06-E157-F94145F17D6F}"/>
                </a:ext>
              </a:extLst>
            </p:cNvPr>
            <p:cNvSpPr/>
            <p:nvPr/>
          </p:nvSpPr>
          <p:spPr>
            <a:xfrm flipV="1">
              <a:off x="9694746" y="3490371"/>
              <a:ext cx="69426" cy="69426"/>
            </a:xfrm>
            <a:prstGeom prst="ellipse">
              <a:avLst/>
            </a:prstGeom>
            <a:solidFill>
              <a:sysClr val="window" lastClr="FFFFFF">
                <a:lumMod val="6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47796">
                <a:defRPr/>
              </a:pPr>
              <a:endParaRPr lang="en-US" sz="1472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96" name="Oval 195">
              <a:extLst>
                <a:ext uri="{FF2B5EF4-FFF2-40B4-BE49-F238E27FC236}">
                  <a16:creationId xmlns:a16="http://schemas.microsoft.com/office/drawing/2014/main" id="{042E2B77-FC1F-DEC8-0B34-F7E12BD46118}"/>
                </a:ext>
              </a:extLst>
            </p:cNvPr>
            <p:cNvSpPr/>
            <p:nvPr/>
          </p:nvSpPr>
          <p:spPr>
            <a:xfrm>
              <a:off x="10129820" y="3478904"/>
              <a:ext cx="92360" cy="92360"/>
            </a:xfrm>
            <a:prstGeom prst="ellipse">
              <a:avLst/>
            </a:prstGeom>
            <a:solidFill>
              <a:sysClr val="window" lastClr="FFFFFF">
                <a:lumMod val="6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47796">
                <a:defRPr/>
              </a:pPr>
              <a:endParaRPr lang="en-US" sz="1472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97" name="Oval 196">
              <a:extLst>
                <a:ext uri="{FF2B5EF4-FFF2-40B4-BE49-F238E27FC236}">
                  <a16:creationId xmlns:a16="http://schemas.microsoft.com/office/drawing/2014/main" id="{CD4490FA-84F5-B74B-6BC7-CAEF77FACC5E}"/>
                </a:ext>
              </a:extLst>
            </p:cNvPr>
            <p:cNvSpPr/>
            <p:nvPr/>
          </p:nvSpPr>
          <p:spPr>
            <a:xfrm flipH="1">
              <a:off x="10190108" y="3666274"/>
              <a:ext cx="60776" cy="60776"/>
            </a:xfrm>
            <a:prstGeom prst="ellipse">
              <a:avLst/>
            </a:prstGeom>
            <a:solidFill>
              <a:sysClr val="window" lastClr="FFFFFF">
                <a:lumMod val="6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47796">
                <a:defRPr/>
              </a:pPr>
              <a:endParaRPr lang="en-US" sz="1472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98" name="Oval 197">
              <a:extLst>
                <a:ext uri="{FF2B5EF4-FFF2-40B4-BE49-F238E27FC236}">
                  <a16:creationId xmlns:a16="http://schemas.microsoft.com/office/drawing/2014/main" id="{78BAE2E8-2489-2A57-7D0F-7524781BA40D}"/>
                </a:ext>
              </a:extLst>
            </p:cNvPr>
            <p:cNvSpPr/>
            <p:nvPr/>
          </p:nvSpPr>
          <p:spPr>
            <a:xfrm flipH="1">
              <a:off x="9932583" y="3666274"/>
              <a:ext cx="60776" cy="60776"/>
            </a:xfrm>
            <a:prstGeom prst="ellipse">
              <a:avLst/>
            </a:prstGeom>
            <a:solidFill>
              <a:sysClr val="window" lastClr="FFFFFF">
                <a:lumMod val="6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47796">
                <a:defRPr/>
              </a:pPr>
              <a:endParaRPr lang="en-US" sz="1472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99" name="Oval 198">
              <a:extLst>
                <a:ext uri="{FF2B5EF4-FFF2-40B4-BE49-F238E27FC236}">
                  <a16:creationId xmlns:a16="http://schemas.microsoft.com/office/drawing/2014/main" id="{4BD217C6-BE8D-870E-27EE-E3C6BCDCE390}"/>
                </a:ext>
              </a:extLst>
            </p:cNvPr>
            <p:cNvSpPr/>
            <p:nvPr/>
          </p:nvSpPr>
          <p:spPr>
            <a:xfrm flipH="1">
              <a:off x="9932583" y="3432320"/>
              <a:ext cx="60776" cy="60776"/>
            </a:xfrm>
            <a:prstGeom prst="ellipse">
              <a:avLst/>
            </a:prstGeom>
            <a:solidFill>
              <a:sysClr val="window" lastClr="FFFFFF">
                <a:lumMod val="6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47796">
                <a:defRPr/>
              </a:pPr>
              <a:endParaRPr lang="en-US" sz="1472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00" name="Oval 199">
              <a:extLst>
                <a:ext uri="{FF2B5EF4-FFF2-40B4-BE49-F238E27FC236}">
                  <a16:creationId xmlns:a16="http://schemas.microsoft.com/office/drawing/2014/main" id="{EDD9BFC9-FB77-B233-890C-D3C9A326DD01}"/>
                </a:ext>
              </a:extLst>
            </p:cNvPr>
            <p:cNvSpPr/>
            <p:nvPr/>
          </p:nvSpPr>
          <p:spPr>
            <a:xfrm flipH="1">
              <a:off x="9802918" y="3432320"/>
              <a:ext cx="60776" cy="60776"/>
            </a:xfrm>
            <a:prstGeom prst="ellipse">
              <a:avLst/>
            </a:prstGeom>
            <a:solidFill>
              <a:sysClr val="window" lastClr="FFFFFF">
                <a:lumMod val="6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47796">
                <a:defRPr/>
              </a:pPr>
              <a:endParaRPr lang="en-US" sz="1472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01" name="Oval 200">
              <a:extLst>
                <a:ext uri="{FF2B5EF4-FFF2-40B4-BE49-F238E27FC236}">
                  <a16:creationId xmlns:a16="http://schemas.microsoft.com/office/drawing/2014/main" id="{CB258852-5354-20D5-383F-475E73BC45B7}"/>
                </a:ext>
              </a:extLst>
            </p:cNvPr>
            <p:cNvSpPr/>
            <p:nvPr/>
          </p:nvSpPr>
          <p:spPr>
            <a:xfrm flipH="1">
              <a:off x="11839090" y="3187731"/>
              <a:ext cx="60776" cy="60776"/>
            </a:xfrm>
            <a:prstGeom prst="ellipse">
              <a:avLst/>
            </a:prstGeom>
            <a:solidFill>
              <a:sysClr val="window" lastClr="FFFFFF">
                <a:lumMod val="6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47796">
                <a:defRPr/>
              </a:pPr>
              <a:endParaRPr lang="en-US" sz="1472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9F75AA63-2D7A-006A-F48F-D60BC838E671}"/>
                </a:ext>
              </a:extLst>
            </p:cNvPr>
            <p:cNvSpPr/>
            <p:nvPr/>
          </p:nvSpPr>
          <p:spPr>
            <a:xfrm flipH="1">
              <a:off x="11647385" y="3187731"/>
              <a:ext cx="60776" cy="60776"/>
            </a:xfrm>
            <a:prstGeom prst="ellipse">
              <a:avLst/>
            </a:prstGeom>
            <a:solidFill>
              <a:sysClr val="window" lastClr="FFFFFF">
                <a:lumMod val="6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47796">
                <a:defRPr/>
              </a:pPr>
              <a:endParaRPr lang="en-US" sz="1472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B3B474F4-4879-C115-363A-3B129E6B0EB8}"/>
                </a:ext>
              </a:extLst>
            </p:cNvPr>
            <p:cNvSpPr/>
            <p:nvPr/>
          </p:nvSpPr>
          <p:spPr>
            <a:xfrm flipH="1">
              <a:off x="11279557" y="3187731"/>
              <a:ext cx="60776" cy="60776"/>
            </a:xfrm>
            <a:prstGeom prst="ellipse">
              <a:avLst/>
            </a:prstGeom>
            <a:solidFill>
              <a:sysClr val="window" lastClr="FFFFFF">
                <a:lumMod val="6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47796">
                <a:defRPr/>
              </a:pPr>
              <a:endParaRPr lang="en-US" sz="1472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A3C9FE43-99EB-BCD8-7251-DFF0EB7D2EB1}"/>
                </a:ext>
              </a:extLst>
            </p:cNvPr>
            <p:cNvSpPr/>
            <p:nvPr/>
          </p:nvSpPr>
          <p:spPr>
            <a:xfrm flipH="1">
              <a:off x="11138897" y="3187731"/>
              <a:ext cx="60776" cy="60776"/>
            </a:xfrm>
            <a:prstGeom prst="ellipse">
              <a:avLst/>
            </a:prstGeom>
            <a:solidFill>
              <a:sysClr val="window" lastClr="FFFFFF">
                <a:lumMod val="6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47796">
                <a:defRPr/>
              </a:pPr>
              <a:endParaRPr lang="en-US" sz="1472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05" name="Oval 204">
              <a:extLst>
                <a:ext uri="{FF2B5EF4-FFF2-40B4-BE49-F238E27FC236}">
                  <a16:creationId xmlns:a16="http://schemas.microsoft.com/office/drawing/2014/main" id="{1B16E679-D5DB-D763-03D4-CF8AE0378AD2}"/>
                </a:ext>
              </a:extLst>
            </p:cNvPr>
            <p:cNvSpPr/>
            <p:nvPr/>
          </p:nvSpPr>
          <p:spPr>
            <a:xfrm flipH="1">
              <a:off x="11138897" y="3037632"/>
              <a:ext cx="60776" cy="60776"/>
            </a:xfrm>
            <a:prstGeom prst="ellipse">
              <a:avLst/>
            </a:prstGeom>
            <a:solidFill>
              <a:sysClr val="window" lastClr="FFFFFF">
                <a:lumMod val="6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47796">
                <a:defRPr/>
              </a:pPr>
              <a:endParaRPr lang="en-US" sz="1472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71B9B351-4253-8A39-AA97-39660F884343}"/>
                </a:ext>
              </a:extLst>
            </p:cNvPr>
            <p:cNvSpPr txBox="1"/>
            <p:nvPr/>
          </p:nvSpPr>
          <p:spPr>
            <a:xfrm>
              <a:off x="9450086" y="5018006"/>
              <a:ext cx="2700652" cy="639759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 defTabSz="373898"/>
              <a:r>
                <a:rPr lang="zh-CN" altLang="en-US" sz="1400" b="1" kern="0" dirty="0"/>
                <a:t>近地面污染物浓度</a:t>
              </a:r>
              <a:endParaRPr lang="en-GB" altLang="zh-CN" sz="1400" b="1" kern="0" dirty="0"/>
            </a:p>
            <a:p>
              <a:pPr algn="ctr" defTabSz="373898"/>
              <a:r>
                <a:rPr lang="zh-CN" altLang="en-US" sz="1400" b="1" kern="0" dirty="0"/>
                <a:t>太阳能光伏设施清单</a:t>
              </a:r>
              <a:endParaRPr lang="en-GB" altLang="zh-CN" sz="1400" b="1" kern="0" dirty="0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38D8ADD4-FD38-32E8-5E10-7F1AEC8506AD}"/>
                </a:ext>
              </a:extLst>
            </p:cNvPr>
            <p:cNvSpPr/>
            <p:nvPr/>
          </p:nvSpPr>
          <p:spPr>
            <a:xfrm>
              <a:off x="9455514" y="596541"/>
              <a:ext cx="2700653" cy="5068291"/>
            </a:xfrm>
            <a:prstGeom prst="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72"/>
            </a:p>
          </p:txBody>
        </p:sp>
      </p:grpSp>
      <p:sp>
        <p:nvSpPr>
          <p:cNvPr id="2" name="Right Arrow 1">
            <a:extLst>
              <a:ext uri="{FF2B5EF4-FFF2-40B4-BE49-F238E27FC236}">
                <a16:creationId xmlns:a16="http://schemas.microsoft.com/office/drawing/2014/main" id="{851D8764-AB40-28F7-A611-D6285B0F80D4}"/>
              </a:ext>
            </a:extLst>
          </p:cNvPr>
          <p:cNvSpPr/>
          <p:nvPr/>
        </p:nvSpPr>
        <p:spPr>
          <a:xfrm>
            <a:off x="2238997" y="2056053"/>
            <a:ext cx="366060" cy="195302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72"/>
          </a:p>
        </p:txBody>
      </p:sp>
      <p:sp>
        <p:nvSpPr>
          <p:cNvPr id="3" name="Right Arrow 2">
            <a:extLst>
              <a:ext uri="{FF2B5EF4-FFF2-40B4-BE49-F238E27FC236}">
                <a16:creationId xmlns:a16="http://schemas.microsoft.com/office/drawing/2014/main" id="{BDDDC990-7797-D6B8-46B1-ACB026647C78}"/>
              </a:ext>
            </a:extLst>
          </p:cNvPr>
          <p:cNvSpPr/>
          <p:nvPr/>
        </p:nvSpPr>
        <p:spPr>
          <a:xfrm>
            <a:off x="4800973" y="2056053"/>
            <a:ext cx="366060" cy="195302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72"/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07EE841B-6CAB-D8FD-E69A-01AE77DDE515}"/>
              </a:ext>
            </a:extLst>
          </p:cNvPr>
          <p:cNvSpPr/>
          <p:nvPr/>
        </p:nvSpPr>
        <p:spPr>
          <a:xfrm flipH="1">
            <a:off x="7363252" y="2056053"/>
            <a:ext cx="366060" cy="195302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72"/>
          </a:p>
        </p:txBody>
      </p:sp>
    </p:spTree>
    <p:extLst>
      <p:ext uri="{BB962C8B-B14F-4D97-AF65-F5344CB8AC3E}">
        <p14:creationId xmlns:p14="http://schemas.microsoft.com/office/powerpoint/2010/main" val="40404582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153</TotalTime>
  <Words>73</Words>
  <Application>Microsoft Macintosh PowerPoint</Application>
  <PresentationFormat>Custom</PresentationFormat>
  <Paragraphs>19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Fei Yao</dc:creator>
  <cp:lastModifiedBy>Fei Yao</cp:lastModifiedBy>
  <cp:revision>8</cp:revision>
  <dcterms:created xsi:type="dcterms:W3CDTF">2025-03-21T09:36:13Z</dcterms:created>
  <dcterms:modified xsi:type="dcterms:W3CDTF">2026-01-17T17:27:36Z</dcterms:modified>
</cp:coreProperties>
</file>